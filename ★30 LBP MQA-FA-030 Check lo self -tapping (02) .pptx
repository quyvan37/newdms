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Masters/slideMaster4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4199" r:id="rId2"/>
    <p:sldMasterId id="2147484187" r:id="rId3"/>
    <p:sldMasterId id="2147484175" r:id="rId4"/>
  </p:sldMasterIdLst>
  <p:notesMasterIdLst>
    <p:notesMasterId r:id="rId11"/>
  </p:notesMasterIdLst>
  <p:handoutMasterIdLst>
    <p:handoutMasterId r:id="rId12"/>
  </p:handoutMasterIdLst>
  <p:sldIdLst>
    <p:sldId id="876" r:id="rId5"/>
    <p:sldId id="877" r:id="rId6"/>
    <p:sldId id="859" r:id="rId7"/>
    <p:sldId id="881" r:id="rId8"/>
    <p:sldId id="883" r:id="rId9"/>
    <p:sldId id="884" r:id="rId10"/>
  </p:sldIdLst>
  <p:sldSz cx="9906000" cy="6858000" type="A4"/>
  <p:notesSz cx="6669088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b="1" kern="1200">
        <a:solidFill>
          <a:srgbClr val="FF0000"/>
        </a:solidFill>
        <a:latin typeface="Times New Roman" pitchFamily="18" charset="0"/>
        <a:ea typeface="ＭＳ Ｐゴシック" pitchFamily="50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00"/>
    <a:srgbClr val="0066FF"/>
    <a:srgbClr val="99FFCC"/>
    <a:srgbClr val="0000CC"/>
    <a:srgbClr val="0033CC"/>
    <a:srgbClr val="1EEE37"/>
    <a:srgbClr val="2313F9"/>
    <a:srgbClr val="006600"/>
    <a:srgbClr val="B2640E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3" autoAdjust="0"/>
    <p:restoredTop sz="95963" autoAdjust="0"/>
  </p:normalViewPr>
  <p:slideViewPr>
    <p:cSldViewPr>
      <p:cViewPr>
        <p:scale>
          <a:sx n="75" d="100"/>
          <a:sy n="75" d="100"/>
        </p:scale>
        <p:origin x="-1050" y="-720"/>
      </p:cViewPr>
      <p:guideLst>
        <p:guide orient="horz" pos="2160"/>
        <p:guide orient="horz" pos="528"/>
        <p:guide pos="3120"/>
        <p:guide pos="432"/>
        <p:guide pos="1104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010"/>
    </p:cViewPr>
  </p:sorterViewPr>
  <p:notesViewPr>
    <p:cSldViewPr>
      <p:cViewPr varScale="1">
        <p:scale>
          <a:sx n="55" d="100"/>
          <a:sy n="55" d="100"/>
        </p:scale>
        <p:origin x="-1854" y="-108"/>
      </p:cViewPr>
      <p:guideLst>
        <p:guide orient="horz" pos="3126"/>
        <p:guide pos="21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0" y="10"/>
            <a:ext cx="289378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277" tIns="44632" rIns="89277" bIns="44632" numCol="1" anchor="t" anchorCtr="0" compatLnSpc="1">
            <a:prstTxWarp prst="textNoShape">
              <a:avLst/>
            </a:prstTxWarp>
          </a:bodyPr>
          <a:lstStyle>
            <a:lvl1pPr defTabSz="904875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5312" y="10"/>
            <a:ext cx="289378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277" tIns="44632" rIns="89277" bIns="44632" numCol="1" anchor="t" anchorCtr="0" compatLnSpc="1">
            <a:prstTxWarp prst="textNoShape">
              <a:avLst/>
            </a:prstTxWarp>
          </a:bodyPr>
          <a:lstStyle>
            <a:lvl1pPr algn="r" defTabSz="904875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0" y="9448811"/>
            <a:ext cx="289378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277" tIns="44632" rIns="89277" bIns="44632" numCol="1" anchor="b" anchorCtr="0" compatLnSpc="1">
            <a:prstTxWarp prst="textNoShape">
              <a:avLst/>
            </a:prstTxWarp>
          </a:bodyPr>
          <a:lstStyle>
            <a:lvl1pPr defTabSz="904875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5312" y="9448811"/>
            <a:ext cx="289378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277" tIns="44632" rIns="89277" bIns="44632" numCol="1" anchor="b" anchorCtr="0" compatLnSpc="1">
            <a:prstTxWarp prst="textNoShape">
              <a:avLst/>
            </a:prstTxWarp>
          </a:bodyPr>
          <a:lstStyle>
            <a:lvl1pPr algn="r" defTabSz="904875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75873F31-E140-4820-B016-2F55AD4DA81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0" y="0"/>
            <a:ext cx="289378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191" tIns="44095" rIns="88191" bIns="44095" numCol="1" anchor="t" anchorCtr="0" compatLnSpc="1">
            <a:prstTxWarp prst="textNoShape">
              <a:avLst/>
            </a:prstTxWarp>
          </a:bodyPr>
          <a:lstStyle>
            <a:lvl1pPr defTabSz="876300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r>
              <a:rPr lang="en-US" altLang="ja-JP" dirty="0" smtClean="0"/>
              <a:t>FA </a:t>
            </a:r>
            <a:r>
              <a:rPr lang="en-US" altLang="ja-JP" dirty="0" err="1" smtClean="0"/>
              <a:t>monthy</a:t>
            </a:r>
            <a:r>
              <a:rPr lang="en-US" altLang="ja-JP" dirty="0" smtClean="0"/>
              <a:t> report in May.2013</a:t>
            </a:r>
          </a:p>
          <a:p>
            <a:pPr>
              <a:defRPr/>
            </a:pPr>
            <a:endParaRPr lang="en-US" altLang="ja-JP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97113" y="0"/>
            <a:ext cx="2892223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191" tIns="44095" rIns="88191" bIns="44095" numCol="1" anchor="t" anchorCtr="0" compatLnSpc="1">
            <a:prstTxWarp prst="textNoShape">
              <a:avLst/>
            </a:prstTxWarp>
          </a:bodyPr>
          <a:lstStyle>
            <a:lvl1pPr algn="r" defTabSz="876300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 smtClean="0"/>
          </a:p>
          <a:p>
            <a:pPr>
              <a:defRPr/>
            </a:pPr>
            <a:endParaRPr lang="en-US" altLang="ja-JP" dirty="0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49288" y="762000"/>
            <a:ext cx="5372100" cy="3719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39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1788" y="4689477"/>
            <a:ext cx="4887342" cy="44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191" tIns="44095" rIns="88191" bIns="440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2 レベル</a:t>
            </a:r>
          </a:p>
          <a:p>
            <a:pPr lvl="2"/>
            <a:r>
              <a:rPr lang="ja-JP" altLang="en-US" noProof="0" smtClean="0"/>
              <a:t>第 3 レベル</a:t>
            </a:r>
          </a:p>
          <a:p>
            <a:pPr lvl="3"/>
            <a:r>
              <a:rPr lang="ja-JP" altLang="en-US" noProof="0" smtClean="0"/>
              <a:t>第 4 レベル</a:t>
            </a:r>
          </a:p>
          <a:p>
            <a:pPr lvl="4"/>
            <a:r>
              <a:rPr lang="ja-JP" altLang="en-US" noProof="0" smtClean="0"/>
              <a:t>第 5 レベル</a:t>
            </a:r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0" y="9413882"/>
            <a:ext cx="289378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191" tIns="44095" rIns="88191" bIns="44095" numCol="1" anchor="b" anchorCtr="0" compatLnSpc="1">
            <a:prstTxWarp prst="textNoShape">
              <a:avLst/>
            </a:prstTxWarp>
          </a:bodyPr>
          <a:lstStyle>
            <a:lvl1pPr defTabSz="876300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239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113" y="9413882"/>
            <a:ext cx="2892223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8191" tIns="44095" rIns="88191" bIns="44095" numCol="1" anchor="b" anchorCtr="0" compatLnSpc="1">
            <a:prstTxWarp prst="textNoShape">
              <a:avLst/>
            </a:prstTxWarp>
          </a:bodyPr>
          <a:lstStyle>
            <a:lvl1pPr algn="r" defTabSz="876300">
              <a:spcBef>
                <a:spcPct val="0"/>
              </a:spcBef>
              <a:defRPr b="0">
                <a:solidFill>
                  <a:schemeClr val="tx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fld id="{B65BC7FF-CCEE-4A9A-ABB4-E3D679659EB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4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8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10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4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6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4" Type="http://schemas.openxmlformats.org/officeDocument/2006/relationships/oleObject" Target="../embeddings/oleObject2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4" Type="http://schemas.openxmlformats.org/officeDocument/2006/relationships/oleObject" Target="../embeddings/oleObject2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4" Type="http://schemas.openxmlformats.org/officeDocument/2006/relationships/oleObject" Target="../embeddings/oleObject2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6.bin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7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8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35842" name="Photo Editor Photo" r:id="rId3" imgW="4571429" imgH="1561905" progId="">
                <p:embed/>
              </p:oleObj>
            </a:graphicData>
          </a:graphic>
        </p:graphicFrame>
        <p:sp>
          <p:nvSpPr>
            <p:cNvPr id="9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1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6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35843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32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5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7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8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36866" name="Photo Editor Photo" r:id="rId3" imgW="4571429" imgH="1561905" progId="">
                <p:embed/>
              </p:oleObj>
            </a:graphicData>
          </a:graphic>
        </p:graphicFrame>
        <p:sp>
          <p:nvSpPr>
            <p:cNvPr id="9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1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6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7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8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55CBB454-99CF-4CCA-A624-3E8AA5CA0F6F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36867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22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3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18469EB1-A0EC-48A4-A2F9-368256206B1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5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7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8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37890" name="Photo Editor Photo" r:id="rId3" imgW="4571429" imgH="1561905" progId="">
                <p:embed/>
              </p:oleObj>
            </a:graphicData>
          </a:graphic>
        </p:graphicFrame>
        <p:sp>
          <p:nvSpPr>
            <p:cNvPr id="9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1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6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7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8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C5F9B37F-1E3C-4B4E-8A9F-254EDDE259FF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37891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7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22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3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248B422C-A88A-44C3-882E-272C7280E7F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7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8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9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38914" name="Photo Editor Photo" r:id="rId3" imgW="4571429" imgH="1561905" progId="">
                <p:embed/>
              </p:oleObj>
            </a:graphicData>
          </a:graphic>
        </p:graphicFrame>
        <p:sp>
          <p:nvSpPr>
            <p:cNvPr id="10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1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2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6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7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8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9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BFA64BF2-46A2-436F-8DED-F37B0D31B352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38915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36575" y="1600204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448300" y="1600204"/>
            <a:ext cx="474662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23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5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A728988D-3925-469B-940B-696B081B6AF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8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9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10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11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39938" name="Photo Editor Photo" r:id="rId3" imgW="4571429" imgH="1561905" progId="">
                <p:embed/>
              </p:oleObj>
            </a:graphicData>
          </a:graphic>
        </p:graphicFrame>
        <p:sp>
          <p:nvSpPr>
            <p:cNvPr id="12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3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4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6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7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8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9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20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21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F752FDEF-6AA8-4FD0-A4BF-6248D0E4B6D7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39939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4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4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25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6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7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8E8FC40B-F09A-4BF2-B410-E166D3F926A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4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5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6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7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0962" name="Photo Editor Photo" r:id="rId3" imgW="4571429" imgH="1561905" progId="">
                <p:embed/>
              </p:oleObj>
            </a:graphicData>
          </a:graphic>
        </p:graphicFrame>
        <p:sp>
          <p:nvSpPr>
            <p:cNvPr id="8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9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0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1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5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6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7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154CB431-4825-416C-80AC-5EBEFDFE2A75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9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0963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21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2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3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853FB0F6-C77F-40D8-9C6B-AB38A1DDA2C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7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8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9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1986" name="Photo Editor Photo" r:id="rId3" imgW="4571429" imgH="1561905" progId="">
                <p:embed/>
              </p:oleObj>
            </a:graphicData>
          </a:graphic>
        </p:graphicFrame>
        <p:sp>
          <p:nvSpPr>
            <p:cNvPr id="10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1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2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6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7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8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9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C42E0E4D-AFEE-4151-9427-47DCE4BA436C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1987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23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5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F050AFC0-0B74-4D48-9251-E60DFBB8022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7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8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9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3010" name="Photo Editor Photo" r:id="rId3" imgW="4571429" imgH="1561905" progId="">
                <p:embed/>
              </p:oleObj>
            </a:graphicData>
          </a:graphic>
        </p:graphicFrame>
        <p:sp>
          <p:nvSpPr>
            <p:cNvPr id="10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1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2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6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7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8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9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E8E18E55-E142-4D9D-827C-72D034D48C5C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2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3011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23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5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2F6CCCA5-0B49-4B7E-BB13-C7DAC41935B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5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7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8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4034" name="Photo Editor Photo" r:id="rId3" imgW="4571429" imgH="1561905" progId="">
                <p:embed/>
              </p:oleObj>
            </a:graphicData>
          </a:graphic>
        </p:graphicFrame>
        <p:sp>
          <p:nvSpPr>
            <p:cNvPr id="9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1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6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7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8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A1742362-12DA-46D8-90A4-C57B1CC07659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4035" name="Photo Editor Photo" r:id="rId4" imgW="4571429" imgH="1561905" progId="">
              <p:embed/>
            </p:oleObj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22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3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7E0A1420-06C9-48BC-938F-6614659E4F9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33"/>
          <p:cNvSpPr>
            <a:spLocks noChangeShapeType="1"/>
          </p:cNvSpPr>
          <p:nvPr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5" name="Line 1034"/>
          <p:cNvSpPr>
            <a:spLocks noChangeShapeType="1"/>
          </p:cNvSpPr>
          <p:nvPr/>
        </p:nvSpPr>
        <p:spPr bwMode="auto">
          <a:xfrm>
            <a:off x="2755900" y="6572252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6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7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8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5058" name="Photo Editor Photo" r:id="rId3" imgW="4571429" imgH="1561905" progId="">
                <p:embed/>
              </p:oleObj>
            </a:graphicData>
          </a:graphic>
        </p:graphicFrame>
        <p:sp>
          <p:nvSpPr>
            <p:cNvPr id="9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1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4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6" name="Rectangle 1046"/>
          <p:cNvSpPr>
            <a:spLocks noChangeArrowheads="1"/>
          </p:cNvSpPr>
          <p:nvPr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7" name="Rectangle 1047"/>
          <p:cNvSpPr>
            <a:spLocks noChangeArrowheads="1"/>
          </p:cNvSpPr>
          <p:nvPr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8" name="Text Box 1048"/>
          <p:cNvSpPr txBox="1">
            <a:spLocks noChangeArrowheads="1"/>
          </p:cNvSpPr>
          <p:nvPr/>
        </p:nvSpPr>
        <p:spPr bwMode="auto">
          <a:xfrm>
            <a:off x="895350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AC30906F-E41D-4AF4-AFF0-C2BAB2CE6660}" type="slidenum">
              <a:rPr lang="ja-JP" altLang="en-US" sz="2400" b="0">
                <a:solidFill>
                  <a:schemeClr val="tx1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3124200" y="6477001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20" name="Rectangle 21"/>
          <p:cNvSpPr>
            <a:spLocks noChangeArrowheads="1"/>
          </p:cNvSpPr>
          <p:nvPr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tx1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tx1"/>
              </a:solidFill>
              <a:latin typeface="Tahoma" pitchFamily="34" charset="0"/>
            </a:endParaRPr>
          </a:p>
        </p:txBody>
      </p: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5059" name="Photo Editor Photo" r:id="rId4" imgW="4571429" imgH="1561905" progId="">
              <p:embed/>
            </p:oleObj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6578" y="274639"/>
            <a:ext cx="707866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22" name="日付プレースホルダ 3"/>
          <p:cNvSpPr>
            <a:spLocks noGrp="1"/>
          </p:cNvSpPr>
          <p:nvPr>
            <p:ph type="dt" sz="half" idx="10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3" name="フッター プレースホルダ 4"/>
          <p:cNvSpPr>
            <a:spLocks noGrp="1"/>
          </p:cNvSpPr>
          <p:nvPr>
            <p:ph type="ftr" sz="quarter" idx="11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24" name="スライド番号プレースホルダ 5"/>
          <p:cNvSpPr>
            <a:spLocks noGrp="1"/>
          </p:cNvSpPr>
          <p:nvPr>
            <p:ph type="sldNum" sz="quarter" idx="12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/>
          <a:lstStyle>
            <a:lvl1pPr>
              <a:spcBef>
                <a:spcPct val="50000"/>
              </a:spcBef>
              <a:defRPr>
                <a:ea typeface="ＭＳ Ｐゴシック" pitchFamily="50" charset="-128"/>
              </a:defRPr>
            </a:lvl1pPr>
          </a:lstStyle>
          <a:p>
            <a:pPr>
              <a:defRPr/>
            </a:pPr>
            <a:fld id="{3D076E7A-B366-4C89-9E2C-D92C8435B57C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33"/>
          <p:cNvSpPr>
            <a:spLocks noChangeShapeType="1"/>
          </p:cNvSpPr>
          <p:nvPr userDrawn="1"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3" name="Line 1034"/>
          <p:cNvSpPr>
            <a:spLocks noChangeShapeType="1"/>
          </p:cNvSpPr>
          <p:nvPr userDrawn="1"/>
        </p:nvSpPr>
        <p:spPr bwMode="auto">
          <a:xfrm>
            <a:off x="2755900" y="65659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4" name="Rectangle 1036"/>
          <p:cNvSpPr>
            <a:spLocks noChangeArrowheads="1"/>
          </p:cNvSpPr>
          <p:nvPr userDrawn="1"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5" name="Group 1037"/>
          <p:cNvGrpSpPr>
            <a:grpSpLocks/>
          </p:cNvGrpSpPr>
          <p:nvPr userDrawn="1"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6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6082" name="Photo Editor Photo" r:id="rId3" imgW="4571429" imgH="1561905" progId="">
                <p:embed/>
              </p:oleObj>
            </a:graphicData>
          </a:graphic>
        </p:graphicFrame>
        <p:sp>
          <p:nvSpPr>
            <p:cNvPr id="7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8" name="Group 1040"/>
          <p:cNvGrpSpPr>
            <a:grpSpLocks/>
          </p:cNvGrpSpPr>
          <p:nvPr userDrawn="1"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9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0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1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4" name="Rectangle 1046"/>
          <p:cNvSpPr>
            <a:spLocks noChangeArrowheads="1"/>
          </p:cNvSpPr>
          <p:nvPr userDrawn="1"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5" name="Rectangle 1047"/>
          <p:cNvSpPr>
            <a:spLocks noChangeArrowheads="1"/>
          </p:cNvSpPr>
          <p:nvPr userDrawn="1"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6" name="Text Box 1048"/>
          <p:cNvSpPr txBox="1">
            <a:spLocks noChangeArrowheads="1"/>
          </p:cNvSpPr>
          <p:nvPr userDrawn="1"/>
        </p:nvSpPr>
        <p:spPr bwMode="auto">
          <a:xfrm>
            <a:off x="922655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09A3E743-20CD-4590-B488-42EBB0F2CF54}" type="slidenum">
              <a:rPr lang="ja-JP" altLang="en-US" sz="2400" b="0">
                <a:solidFill>
                  <a:schemeClr val="bg2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>
              <a:solidFill>
                <a:schemeClr val="bg2"/>
              </a:solidFill>
              <a:latin typeface="Tahoma" pitchFamily="34" charset="0"/>
            </a:endParaRPr>
          </a:p>
        </p:txBody>
      </p:sp>
      <p:sp>
        <p:nvSpPr>
          <p:cNvPr id="17" name="Rectangle 20"/>
          <p:cNvSpPr>
            <a:spLocks noChangeArrowheads="1"/>
          </p:cNvSpPr>
          <p:nvPr userDrawn="1"/>
        </p:nvSpPr>
        <p:spPr bwMode="auto">
          <a:xfrm>
            <a:off x="3124200" y="6477000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bg2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>
              <a:solidFill>
                <a:schemeClr val="bg2"/>
              </a:solidFill>
              <a:latin typeface="Tahoma" pitchFamily="34" charset="0"/>
            </a:endParaRPr>
          </a:p>
        </p:txBody>
      </p:sp>
      <p:sp>
        <p:nvSpPr>
          <p:cNvPr id="18" name="Rectangle 21"/>
          <p:cNvSpPr>
            <a:spLocks noChangeArrowheads="1"/>
          </p:cNvSpPr>
          <p:nvPr userDrawn="1"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bg2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bg2"/>
              </a:solidFill>
              <a:latin typeface="Tahoma" pitchFamily="34" charset="0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6083" name="Photo Editor Photo" r:id="rId4" imgW="4571429" imgH="1561905" progId="">
              <p:embed/>
            </p:oleObj>
          </a:graphicData>
        </a:graphic>
      </p:graphicFrame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33"/>
          <p:cNvSpPr>
            <a:spLocks noChangeShapeType="1"/>
          </p:cNvSpPr>
          <p:nvPr userDrawn="1"/>
        </p:nvSpPr>
        <p:spPr bwMode="auto">
          <a:xfrm>
            <a:off x="0" y="6477000"/>
            <a:ext cx="9906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3" name="Line 1034"/>
          <p:cNvSpPr>
            <a:spLocks noChangeShapeType="1"/>
          </p:cNvSpPr>
          <p:nvPr userDrawn="1"/>
        </p:nvSpPr>
        <p:spPr bwMode="auto">
          <a:xfrm>
            <a:off x="2755900" y="6565900"/>
            <a:ext cx="0" cy="1524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4" name="Rectangle 1036"/>
          <p:cNvSpPr>
            <a:spLocks noChangeArrowheads="1"/>
          </p:cNvSpPr>
          <p:nvPr userDrawn="1"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5" name="Group 1037"/>
          <p:cNvGrpSpPr>
            <a:grpSpLocks/>
          </p:cNvGrpSpPr>
          <p:nvPr userDrawn="1"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6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47106" name="Photo Editor Photo" r:id="rId3" imgW="4571429" imgH="1561905" progId="">
                <p:embed/>
              </p:oleObj>
            </a:graphicData>
          </a:graphic>
        </p:graphicFrame>
        <p:sp>
          <p:nvSpPr>
            <p:cNvPr id="7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8" name="Group 1040"/>
          <p:cNvGrpSpPr>
            <a:grpSpLocks/>
          </p:cNvGrpSpPr>
          <p:nvPr userDrawn="1"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9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0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1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2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3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sp>
        <p:nvSpPr>
          <p:cNvPr id="14" name="Rectangle 1046"/>
          <p:cNvSpPr>
            <a:spLocks noChangeArrowheads="1"/>
          </p:cNvSpPr>
          <p:nvPr userDrawn="1"/>
        </p:nvSpPr>
        <p:spPr bwMode="auto">
          <a:xfrm>
            <a:off x="0" y="6794500"/>
            <a:ext cx="9906000" cy="762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sp>
        <p:nvSpPr>
          <p:cNvPr id="15" name="Rectangle 1047"/>
          <p:cNvSpPr>
            <a:spLocks noChangeArrowheads="1"/>
          </p:cNvSpPr>
          <p:nvPr userDrawn="1"/>
        </p:nvSpPr>
        <p:spPr bwMode="auto">
          <a:xfrm>
            <a:off x="0" y="76200"/>
            <a:ext cx="9906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  <a:defRPr/>
            </a:pPr>
            <a:r>
              <a:rPr lang="en-US" altLang="ja-JP" sz="2000" b="0" dirty="0">
                <a:solidFill>
                  <a:schemeClr val="tx1"/>
                </a:solidFill>
                <a:latin typeface="Tahoma" pitchFamily="34" charset="0"/>
              </a:rPr>
              <a:t>L1092 Shipping Approval Meeting</a:t>
            </a:r>
            <a:endParaRPr lang="ja-JP" altLang="en-US" sz="2000" b="0" dirty="0">
              <a:solidFill>
                <a:schemeClr val="tx1"/>
              </a:solidFill>
              <a:latin typeface="Tahoma" pitchFamily="34" charset="0"/>
              <a:ea typeface="MS UI Gothic" pitchFamily="50" charset="-128"/>
            </a:endParaRPr>
          </a:p>
        </p:txBody>
      </p:sp>
      <p:sp>
        <p:nvSpPr>
          <p:cNvPr id="16" name="Text Box 1048"/>
          <p:cNvSpPr txBox="1">
            <a:spLocks noChangeArrowheads="1"/>
          </p:cNvSpPr>
          <p:nvPr userDrawn="1"/>
        </p:nvSpPr>
        <p:spPr bwMode="auto">
          <a:xfrm>
            <a:off x="9226550" y="6405564"/>
            <a:ext cx="6463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8B1FFBED-B1EF-45FF-9779-DD6E4FA7918D}" type="slidenum">
              <a:rPr lang="ja-JP" altLang="en-US" sz="2400" b="0">
                <a:solidFill>
                  <a:schemeClr val="bg2"/>
                </a:solidFill>
                <a:latin typeface="Tahoma" pitchFamily="34" charset="0"/>
              </a:rPr>
              <a:pPr>
                <a:defRPr/>
              </a:pPr>
              <a:t>‹#›</a:t>
            </a:fld>
            <a:endParaRPr lang="ja-JP" altLang="en-US" sz="2400" b="0">
              <a:solidFill>
                <a:schemeClr val="bg2"/>
              </a:solidFill>
              <a:latin typeface="Tahoma" pitchFamily="34" charset="0"/>
            </a:endParaRPr>
          </a:p>
        </p:txBody>
      </p:sp>
      <p:sp>
        <p:nvSpPr>
          <p:cNvPr id="17" name="Rectangle 20"/>
          <p:cNvSpPr>
            <a:spLocks noChangeArrowheads="1"/>
          </p:cNvSpPr>
          <p:nvPr userDrawn="1"/>
        </p:nvSpPr>
        <p:spPr bwMode="auto">
          <a:xfrm>
            <a:off x="3124200" y="6477000"/>
            <a:ext cx="498275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bg2"/>
                </a:solidFill>
                <a:latin typeface="Tahoma" pitchFamily="34" charset="0"/>
              </a:rPr>
              <a:t>Canon Company Confidential – Canon PPGMM Center</a:t>
            </a:r>
            <a:endParaRPr lang="ja-JP" altLang="en-US" sz="1400">
              <a:solidFill>
                <a:schemeClr val="bg2"/>
              </a:solidFill>
              <a:latin typeface="Tahoma" pitchFamily="34" charset="0"/>
            </a:endParaRPr>
          </a:p>
        </p:txBody>
      </p:sp>
      <p:sp>
        <p:nvSpPr>
          <p:cNvPr id="18" name="Rectangle 21"/>
          <p:cNvSpPr>
            <a:spLocks noChangeArrowheads="1"/>
          </p:cNvSpPr>
          <p:nvPr userDrawn="1"/>
        </p:nvSpPr>
        <p:spPr bwMode="auto">
          <a:xfrm>
            <a:off x="533401" y="6477001"/>
            <a:ext cx="1427292" cy="309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ja-JP" sz="1400" dirty="0">
                <a:solidFill>
                  <a:schemeClr val="bg2"/>
                </a:solidFill>
                <a:latin typeface="Tahoma" pitchFamily="34" charset="0"/>
              </a:rPr>
              <a:t>24-Nov.-2011</a:t>
            </a:r>
            <a:endParaRPr lang="ja-JP" altLang="en-US" sz="1400" dirty="0">
              <a:solidFill>
                <a:schemeClr val="bg2"/>
              </a:solidFill>
              <a:latin typeface="Tahoma" pitchFamily="34" charset="0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47107" name="Photo Editor Photo" r:id="rId4" imgW="4571429" imgH="1561905" progId="">
              <p:embed/>
            </p:oleObj>
          </a:graphicData>
        </a:graphic>
      </p:graphicFrame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199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499" y="273052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1" y="274639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199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499" y="273052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1" y="274639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199" y="1600202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499" y="273052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1" y="274639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36"/>
          <p:cNvSpPr>
            <a:spLocks noChangeArrowheads="1"/>
          </p:cNvSpPr>
          <p:nvPr/>
        </p:nvSpPr>
        <p:spPr bwMode="auto">
          <a:xfrm>
            <a:off x="0" y="457200"/>
            <a:ext cx="9906000" cy="76200"/>
          </a:xfrm>
          <a:prstGeom prst="rect">
            <a:avLst/>
          </a:prstGeom>
          <a:gradFill rotWithShape="0">
            <a:gsLst>
              <a:gs pos="0">
                <a:srgbClr val="3366FF"/>
              </a:gs>
              <a:gs pos="25000">
                <a:srgbClr val="01A78F"/>
              </a:gs>
              <a:gs pos="50000">
                <a:srgbClr val="FFFF00"/>
              </a:gs>
              <a:gs pos="75000">
                <a:srgbClr val="FF6633"/>
              </a:gs>
              <a:gs pos="100000">
                <a:srgbClr val="FF3399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50000"/>
              </a:spcBef>
              <a:defRPr/>
            </a:pPr>
            <a:endParaRPr lang="ja-JP" altLang="en-US" b="0"/>
          </a:p>
        </p:txBody>
      </p:sp>
      <p:grpSp>
        <p:nvGrpSpPr>
          <p:cNvPr id="1032" name="Group 1037"/>
          <p:cNvGrpSpPr>
            <a:grpSpLocks/>
          </p:cNvGrpSpPr>
          <p:nvPr/>
        </p:nvGrpSpPr>
        <p:grpSpPr bwMode="auto">
          <a:xfrm>
            <a:off x="8008938" y="0"/>
            <a:ext cx="1897062" cy="503238"/>
            <a:chOff x="5045" y="0"/>
            <a:chExt cx="1195" cy="317"/>
          </a:xfrm>
        </p:grpSpPr>
        <p:graphicFrame>
          <p:nvGraphicFramePr>
            <p:cNvPr id="1027" name="Object 1038"/>
            <p:cNvGraphicFramePr>
              <a:graphicFrameLocks noChangeAspect="1"/>
            </p:cNvGraphicFramePr>
            <p:nvPr/>
          </p:nvGraphicFramePr>
          <p:xfrm>
            <a:off x="5520" y="0"/>
            <a:ext cx="720" cy="245"/>
          </p:xfrm>
          <a:graphic>
            <a:graphicData uri="http://schemas.openxmlformats.org/presentationml/2006/ole">
              <p:oleObj spid="_x0000_s1027" name="Photo Editor Photo" r:id="rId16" imgW="4571429" imgH="1561905" progId="">
                <p:embed/>
              </p:oleObj>
            </a:graphicData>
          </a:graphic>
        </p:graphicFrame>
        <p:sp>
          <p:nvSpPr>
            <p:cNvPr id="12" name="Text Box 1039"/>
            <p:cNvSpPr txBox="1">
              <a:spLocks noChangeArrowheads="1"/>
            </p:cNvSpPr>
            <p:nvPr userDrawn="1"/>
          </p:nvSpPr>
          <p:spPr bwMode="auto">
            <a:xfrm>
              <a:off x="5045" y="163"/>
              <a:ext cx="1195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>
                <a:defRPr/>
              </a:pPr>
              <a:endParaRPr lang="en-US" altLang="ja-JP" sz="1000" b="0" i="1" dirty="0">
                <a:latin typeface="ＭＳ Ｐゴシック" pitchFamily="50" charset="-128"/>
              </a:endParaRPr>
            </a:p>
          </p:txBody>
        </p:sp>
      </p:grpSp>
      <p:grpSp>
        <p:nvGrpSpPr>
          <p:cNvPr id="1033" name="Group 1040"/>
          <p:cNvGrpSpPr>
            <a:grpSpLocks/>
          </p:cNvGrpSpPr>
          <p:nvPr/>
        </p:nvGrpSpPr>
        <p:grpSpPr bwMode="auto">
          <a:xfrm>
            <a:off x="1" y="31750"/>
            <a:ext cx="720725" cy="374650"/>
            <a:chOff x="1341" y="1629"/>
            <a:chExt cx="454" cy="236"/>
          </a:xfrm>
        </p:grpSpPr>
        <p:sp>
          <p:nvSpPr>
            <p:cNvPr id="14" name="Freeform 1041"/>
            <p:cNvSpPr>
              <a:spLocks noChangeAspect="1"/>
            </p:cNvSpPr>
            <p:nvPr/>
          </p:nvSpPr>
          <p:spPr bwMode="auto">
            <a:xfrm>
              <a:off x="1341" y="1792"/>
              <a:ext cx="31" cy="33"/>
            </a:xfrm>
            <a:custGeom>
              <a:avLst/>
              <a:gdLst/>
              <a:ahLst/>
              <a:cxnLst>
                <a:cxn ang="0">
                  <a:pos x="99" y="0"/>
                </a:cxn>
                <a:cxn ang="0">
                  <a:pos x="119" y="3"/>
                </a:cxn>
                <a:cxn ang="0">
                  <a:pos x="137" y="7"/>
                </a:cxn>
                <a:cxn ang="0">
                  <a:pos x="152" y="17"/>
                </a:cxn>
                <a:cxn ang="0">
                  <a:pos x="168" y="30"/>
                </a:cxn>
                <a:cxn ang="0">
                  <a:pos x="180" y="46"/>
                </a:cxn>
                <a:cxn ang="0">
                  <a:pos x="188" y="63"/>
                </a:cxn>
                <a:cxn ang="0">
                  <a:pos x="194" y="85"/>
                </a:cxn>
                <a:cxn ang="0">
                  <a:pos x="196" y="107"/>
                </a:cxn>
                <a:cxn ang="0">
                  <a:pos x="194" y="129"/>
                </a:cxn>
                <a:cxn ang="0">
                  <a:pos x="188" y="148"/>
                </a:cxn>
                <a:cxn ang="0">
                  <a:pos x="180" y="165"/>
                </a:cxn>
                <a:cxn ang="0">
                  <a:pos x="168" y="185"/>
                </a:cxn>
                <a:cxn ang="0">
                  <a:pos x="152" y="197"/>
                </a:cxn>
                <a:cxn ang="0">
                  <a:pos x="137" y="206"/>
                </a:cxn>
                <a:cxn ang="0">
                  <a:pos x="119" y="211"/>
                </a:cxn>
                <a:cxn ang="0">
                  <a:pos x="99" y="215"/>
                </a:cxn>
                <a:cxn ang="0">
                  <a:pos x="77" y="211"/>
                </a:cxn>
                <a:cxn ang="0">
                  <a:pos x="60" y="206"/>
                </a:cxn>
                <a:cxn ang="0">
                  <a:pos x="44" y="197"/>
                </a:cxn>
                <a:cxn ang="0">
                  <a:pos x="29" y="185"/>
                </a:cxn>
                <a:cxn ang="0">
                  <a:pos x="17" y="165"/>
                </a:cxn>
                <a:cxn ang="0">
                  <a:pos x="8" y="148"/>
                </a:cxn>
                <a:cxn ang="0">
                  <a:pos x="2" y="129"/>
                </a:cxn>
                <a:cxn ang="0">
                  <a:pos x="0" y="107"/>
                </a:cxn>
                <a:cxn ang="0">
                  <a:pos x="2" y="85"/>
                </a:cxn>
                <a:cxn ang="0">
                  <a:pos x="8" y="63"/>
                </a:cxn>
                <a:cxn ang="0">
                  <a:pos x="17" y="46"/>
                </a:cxn>
                <a:cxn ang="0">
                  <a:pos x="29" y="30"/>
                </a:cxn>
                <a:cxn ang="0">
                  <a:pos x="44" y="17"/>
                </a:cxn>
                <a:cxn ang="0">
                  <a:pos x="60" y="7"/>
                </a:cxn>
                <a:cxn ang="0">
                  <a:pos x="77" y="3"/>
                </a:cxn>
                <a:cxn ang="0">
                  <a:pos x="99" y="0"/>
                </a:cxn>
              </a:cxnLst>
              <a:rect l="0" t="0" r="r" b="b"/>
              <a:pathLst>
                <a:path w="196" h="215">
                  <a:moveTo>
                    <a:pt x="99" y="0"/>
                  </a:moveTo>
                  <a:lnTo>
                    <a:pt x="119" y="3"/>
                  </a:lnTo>
                  <a:lnTo>
                    <a:pt x="137" y="7"/>
                  </a:lnTo>
                  <a:lnTo>
                    <a:pt x="152" y="17"/>
                  </a:lnTo>
                  <a:lnTo>
                    <a:pt x="168" y="30"/>
                  </a:lnTo>
                  <a:lnTo>
                    <a:pt x="180" y="46"/>
                  </a:lnTo>
                  <a:lnTo>
                    <a:pt x="188" y="63"/>
                  </a:lnTo>
                  <a:lnTo>
                    <a:pt x="194" y="85"/>
                  </a:lnTo>
                  <a:lnTo>
                    <a:pt x="196" y="107"/>
                  </a:lnTo>
                  <a:lnTo>
                    <a:pt x="194" y="129"/>
                  </a:lnTo>
                  <a:lnTo>
                    <a:pt x="188" y="148"/>
                  </a:lnTo>
                  <a:lnTo>
                    <a:pt x="180" y="165"/>
                  </a:lnTo>
                  <a:lnTo>
                    <a:pt x="168" y="185"/>
                  </a:lnTo>
                  <a:lnTo>
                    <a:pt x="152" y="197"/>
                  </a:lnTo>
                  <a:lnTo>
                    <a:pt x="137" y="206"/>
                  </a:lnTo>
                  <a:lnTo>
                    <a:pt x="119" y="211"/>
                  </a:lnTo>
                  <a:lnTo>
                    <a:pt x="99" y="215"/>
                  </a:lnTo>
                  <a:lnTo>
                    <a:pt x="77" y="211"/>
                  </a:lnTo>
                  <a:lnTo>
                    <a:pt x="60" y="206"/>
                  </a:lnTo>
                  <a:lnTo>
                    <a:pt x="44" y="197"/>
                  </a:lnTo>
                  <a:lnTo>
                    <a:pt x="29" y="185"/>
                  </a:lnTo>
                  <a:lnTo>
                    <a:pt x="17" y="165"/>
                  </a:lnTo>
                  <a:lnTo>
                    <a:pt x="8" y="148"/>
                  </a:lnTo>
                  <a:lnTo>
                    <a:pt x="2" y="129"/>
                  </a:lnTo>
                  <a:lnTo>
                    <a:pt x="0" y="107"/>
                  </a:lnTo>
                  <a:lnTo>
                    <a:pt x="2" y="85"/>
                  </a:lnTo>
                  <a:lnTo>
                    <a:pt x="8" y="63"/>
                  </a:lnTo>
                  <a:lnTo>
                    <a:pt x="17" y="46"/>
                  </a:lnTo>
                  <a:lnTo>
                    <a:pt x="29" y="30"/>
                  </a:lnTo>
                  <a:lnTo>
                    <a:pt x="44" y="17"/>
                  </a:lnTo>
                  <a:lnTo>
                    <a:pt x="60" y="7"/>
                  </a:lnTo>
                  <a:lnTo>
                    <a:pt x="77" y="3"/>
                  </a:lnTo>
                  <a:lnTo>
                    <a:pt x="9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5" name="Freeform 1042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solidFill>
              <a:srgbClr val="EFA32D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6" name="Freeform 1043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solidFill>
              <a:srgbClr val="A5A5A5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7" name="Freeform 1044"/>
            <p:cNvSpPr>
              <a:spLocks noChangeAspect="1" noEditPoints="1"/>
            </p:cNvSpPr>
            <p:nvPr/>
          </p:nvSpPr>
          <p:spPr bwMode="auto">
            <a:xfrm>
              <a:off x="1367" y="1629"/>
              <a:ext cx="298" cy="209"/>
            </a:xfrm>
            <a:custGeom>
              <a:avLst/>
              <a:gdLst/>
              <a:ahLst/>
              <a:cxnLst>
                <a:cxn ang="0">
                  <a:pos x="1746" y="56"/>
                </a:cxn>
                <a:cxn ang="0">
                  <a:pos x="1589" y="10"/>
                </a:cxn>
                <a:cxn ang="0">
                  <a:pos x="1399" y="3"/>
                </a:cxn>
                <a:cxn ang="0">
                  <a:pos x="1184" y="35"/>
                </a:cxn>
                <a:cxn ang="0">
                  <a:pos x="950" y="105"/>
                </a:cxn>
                <a:cxn ang="0">
                  <a:pos x="705" y="224"/>
                </a:cxn>
                <a:cxn ang="0">
                  <a:pos x="484" y="362"/>
                </a:cxn>
                <a:cxn ang="0">
                  <a:pos x="298" y="517"/>
                </a:cxn>
                <a:cxn ang="0">
                  <a:pos x="155" y="681"/>
                </a:cxn>
                <a:cxn ang="0">
                  <a:pos x="55" y="847"/>
                </a:cxn>
                <a:cxn ang="0">
                  <a:pos x="0" y="1007"/>
                </a:cxn>
                <a:cxn ang="0">
                  <a:pos x="9" y="1085"/>
                </a:cxn>
                <a:cxn ang="0">
                  <a:pos x="55" y="1187"/>
                </a:cxn>
                <a:cxn ang="0">
                  <a:pos x="184" y="1298"/>
                </a:cxn>
                <a:cxn ang="0">
                  <a:pos x="330" y="1328"/>
                </a:cxn>
                <a:cxn ang="0">
                  <a:pos x="505" y="1328"/>
                </a:cxn>
                <a:cxn ang="0">
                  <a:pos x="698" y="1298"/>
                </a:cxn>
                <a:cxn ang="0">
                  <a:pos x="904" y="1236"/>
                </a:cxn>
                <a:cxn ang="0">
                  <a:pos x="1119" y="1148"/>
                </a:cxn>
                <a:cxn ang="0">
                  <a:pos x="1325" y="1032"/>
                </a:cxn>
                <a:cxn ang="0">
                  <a:pos x="1507" y="903"/>
                </a:cxn>
                <a:cxn ang="0">
                  <a:pos x="1661" y="761"/>
                </a:cxn>
                <a:cxn ang="0">
                  <a:pos x="1787" y="619"/>
                </a:cxn>
                <a:cxn ang="0">
                  <a:pos x="1877" y="471"/>
                </a:cxn>
                <a:cxn ang="0">
                  <a:pos x="1906" y="275"/>
                </a:cxn>
                <a:cxn ang="0">
                  <a:pos x="1875" y="168"/>
                </a:cxn>
                <a:cxn ang="0">
                  <a:pos x="1831" y="105"/>
                </a:cxn>
                <a:cxn ang="0">
                  <a:pos x="891" y="925"/>
                </a:cxn>
                <a:cxn ang="0">
                  <a:pos x="698" y="989"/>
                </a:cxn>
                <a:cxn ang="0">
                  <a:pos x="528" y="1013"/>
                </a:cxn>
                <a:cxn ang="0">
                  <a:pos x="391" y="1004"/>
                </a:cxn>
                <a:cxn ang="0">
                  <a:pos x="301" y="958"/>
                </a:cxn>
                <a:cxn ang="0">
                  <a:pos x="261" y="875"/>
                </a:cxn>
                <a:cxn ang="0">
                  <a:pos x="284" y="770"/>
                </a:cxn>
                <a:cxn ang="0">
                  <a:pos x="358" y="653"/>
                </a:cxn>
                <a:cxn ang="0">
                  <a:pos x="482" y="526"/>
                </a:cxn>
                <a:cxn ang="0">
                  <a:pos x="647" y="405"/>
                </a:cxn>
                <a:cxn ang="0">
                  <a:pos x="839" y="297"/>
                </a:cxn>
                <a:cxn ang="0">
                  <a:pos x="1041" y="211"/>
                </a:cxn>
                <a:cxn ang="0">
                  <a:pos x="1227" y="165"/>
                </a:cxn>
                <a:cxn ang="0">
                  <a:pos x="1384" y="148"/>
                </a:cxn>
                <a:cxn ang="0">
                  <a:pos x="1504" y="171"/>
                </a:cxn>
                <a:cxn ang="0">
                  <a:pos x="1578" y="226"/>
                </a:cxn>
                <a:cxn ang="0">
                  <a:pos x="1597" y="319"/>
                </a:cxn>
                <a:cxn ang="0">
                  <a:pos x="1558" y="430"/>
                </a:cxn>
                <a:cxn ang="0">
                  <a:pos x="1468" y="554"/>
                </a:cxn>
                <a:cxn ang="0">
                  <a:pos x="1333" y="678"/>
                </a:cxn>
                <a:cxn ang="0">
                  <a:pos x="1158" y="797"/>
                </a:cxn>
              </a:cxnLst>
              <a:rect l="0" t="0" r="r" b="b"/>
              <a:pathLst>
                <a:path w="1906" h="1332">
                  <a:moveTo>
                    <a:pt x="1831" y="105"/>
                  </a:moveTo>
                  <a:lnTo>
                    <a:pt x="1792" y="78"/>
                  </a:lnTo>
                  <a:lnTo>
                    <a:pt x="1746" y="56"/>
                  </a:lnTo>
                  <a:lnTo>
                    <a:pt x="1700" y="35"/>
                  </a:lnTo>
                  <a:lnTo>
                    <a:pt x="1646" y="22"/>
                  </a:lnTo>
                  <a:lnTo>
                    <a:pt x="1589" y="10"/>
                  </a:lnTo>
                  <a:lnTo>
                    <a:pt x="1530" y="3"/>
                  </a:lnTo>
                  <a:lnTo>
                    <a:pt x="1466" y="0"/>
                  </a:lnTo>
                  <a:lnTo>
                    <a:pt x="1399" y="3"/>
                  </a:lnTo>
                  <a:lnTo>
                    <a:pt x="1331" y="10"/>
                  </a:lnTo>
                  <a:lnTo>
                    <a:pt x="1258" y="19"/>
                  </a:lnTo>
                  <a:lnTo>
                    <a:pt x="1184" y="35"/>
                  </a:lnTo>
                  <a:lnTo>
                    <a:pt x="1110" y="56"/>
                  </a:lnTo>
                  <a:lnTo>
                    <a:pt x="1029" y="78"/>
                  </a:lnTo>
                  <a:lnTo>
                    <a:pt x="950" y="105"/>
                  </a:lnTo>
                  <a:lnTo>
                    <a:pt x="870" y="143"/>
                  </a:lnTo>
                  <a:lnTo>
                    <a:pt x="787" y="180"/>
                  </a:lnTo>
                  <a:lnTo>
                    <a:pt x="705" y="224"/>
                  </a:lnTo>
                  <a:lnTo>
                    <a:pt x="628" y="267"/>
                  </a:lnTo>
                  <a:lnTo>
                    <a:pt x="553" y="316"/>
                  </a:lnTo>
                  <a:lnTo>
                    <a:pt x="484" y="362"/>
                  </a:lnTo>
                  <a:lnTo>
                    <a:pt x="418" y="411"/>
                  </a:lnTo>
                  <a:lnTo>
                    <a:pt x="355" y="467"/>
                  </a:lnTo>
                  <a:lnTo>
                    <a:pt x="298" y="517"/>
                  </a:lnTo>
                  <a:lnTo>
                    <a:pt x="244" y="569"/>
                  </a:lnTo>
                  <a:lnTo>
                    <a:pt x="198" y="628"/>
                  </a:lnTo>
                  <a:lnTo>
                    <a:pt x="155" y="681"/>
                  </a:lnTo>
                  <a:lnTo>
                    <a:pt x="115" y="737"/>
                  </a:lnTo>
                  <a:lnTo>
                    <a:pt x="84" y="792"/>
                  </a:lnTo>
                  <a:lnTo>
                    <a:pt x="55" y="847"/>
                  </a:lnTo>
                  <a:lnTo>
                    <a:pt x="32" y="899"/>
                  </a:lnTo>
                  <a:lnTo>
                    <a:pt x="13" y="954"/>
                  </a:lnTo>
                  <a:lnTo>
                    <a:pt x="0" y="1007"/>
                  </a:lnTo>
                  <a:lnTo>
                    <a:pt x="3" y="1032"/>
                  </a:lnTo>
                  <a:lnTo>
                    <a:pt x="3" y="1056"/>
                  </a:lnTo>
                  <a:lnTo>
                    <a:pt x="9" y="1085"/>
                  </a:lnTo>
                  <a:lnTo>
                    <a:pt x="15" y="1112"/>
                  </a:lnTo>
                  <a:lnTo>
                    <a:pt x="29" y="1148"/>
                  </a:lnTo>
                  <a:lnTo>
                    <a:pt x="55" y="1187"/>
                  </a:lnTo>
                  <a:lnTo>
                    <a:pt x="90" y="1230"/>
                  </a:lnTo>
                  <a:lnTo>
                    <a:pt x="139" y="1279"/>
                  </a:lnTo>
                  <a:lnTo>
                    <a:pt x="184" y="1298"/>
                  </a:lnTo>
                  <a:lnTo>
                    <a:pt x="230" y="1313"/>
                  </a:lnTo>
                  <a:lnTo>
                    <a:pt x="278" y="1323"/>
                  </a:lnTo>
                  <a:lnTo>
                    <a:pt x="330" y="1328"/>
                  </a:lnTo>
                  <a:lnTo>
                    <a:pt x="386" y="1332"/>
                  </a:lnTo>
                  <a:lnTo>
                    <a:pt x="443" y="1332"/>
                  </a:lnTo>
                  <a:lnTo>
                    <a:pt x="505" y="1328"/>
                  </a:lnTo>
                  <a:lnTo>
                    <a:pt x="566" y="1323"/>
                  </a:lnTo>
                  <a:lnTo>
                    <a:pt x="630" y="1313"/>
                  </a:lnTo>
                  <a:lnTo>
                    <a:pt x="698" y="1298"/>
                  </a:lnTo>
                  <a:lnTo>
                    <a:pt x="764" y="1279"/>
                  </a:lnTo>
                  <a:lnTo>
                    <a:pt x="834" y="1260"/>
                  </a:lnTo>
                  <a:lnTo>
                    <a:pt x="904" y="1236"/>
                  </a:lnTo>
                  <a:lnTo>
                    <a:pt x="975" y="1211"/>
                  </a:lnTo>
                  <a:lnTo>
                    <a:pt x="1047" y="1183"/>
                  </a:lnTo>
                  <a:lnTo>
                    <a:pt x="1119" y="1148"/>
                  </a:lnTo>
                  <a:lnTo>
                    <a:pt x="1192" y="1109"/>
                  </a:lnTo>
                  <a:lnTo>
                    <a:pt x="1258" y="1072"/>
                  </a:lnTo>
                  <a:lnTo>
                    <a:pt x="1325" y="1032"/>
                  </a:lnTo>
                  <a:lnTo>
                    <a:pt x="1387" y="993"/>
                  </a:lnTo>
                  <a:lnTo>
                    <a:pt x="1448" y="944"/>
                  </a:lnTo>
                  <a:lnTo>
                    <a:pt x="1507" y="903"/>
                  </a:lnTo>
                  <a:lnTo>
                    <a:pt x="1560" y="857"/>
                  </a:lnTo>
                  <a:lnTo>
                    <a:pt x="1612" y="811"/>
                  </a:lnTo>
                  <a:lnTo>
                    <a:pt x="1661" y="761"/>
                  </a:lnTo>
                  <a:lnTo>
                    <a:pt x="1707" y="714"/>
                  </a:lnTo>
                  <a:lnTo>
                    <a:pt x="1748" y="665"/>
                  </a:lnTo>
                  <a:lnTo>
                    <a:pt x="1787" y="619"/>
                  </a:lnTo>
                  <a:lnTo>
                    <a:pt x="1821" y="566"/>
                  </a:lnTo>
                  <a:lnTo>
                    <a:pt x="1852" y="520"/>
                  </a:lnTo>
                  <a:lnTo>
                    <a:pt x="1877" y="471"/>
                  </a:lnTo>
                  <a:lnTo>
                    <a:pt x="1900" y="421"/>
                  </a:lnTo>
                  <a:lnTo>
                    <a:pt x="1906" y="341"/>
                  </a:lnTo>
                  <a:lnTo>
                    <a:pt x="1906" y="275"/>
                  </a:lnTo>
                  <a:lnTo>
                    <a:pt x="1898" y="229"/>
                  </a:lnTo>
                  <a:lnTo>
                    <a:pt x="1887" y="192"/>
                  </a:lnTo>
                  <a:lnTo>
                    <a:pt x="1875" y="168"/>
                  </a:lnTo>
                  <a:lnTo>
                    <a:pt x="1860" y="146"/>
                  </a:lnTo>
                  <a:lnTo>
                    <a:pt x="1844" y="127"/>
                  </a:lnTo>
                  <a:lnTo>
                    <a:pt x="1831" y="105"/>
                  </a:lnTo>
                  <a:close/>
                  <a:moveTo>
                    <a:pt x="1027" y="865"/>
                  </a:moveTo>
                  <a:lnTo>
                    <a:pt x="958" y="896"/>
                  </a:lnTo>
                  <a:lnTo>
                    <a:pt x="891" y="925"/>
                  </a:lnTo>
                  <a:lnTo>
                    <a:pt x="824" y="948"/>
                  </a:lnTo>
                  <a:lnTo>
                    <a:pt x="759" y="973"/>
                  </a:lnTo>
                  <a:lnTo>
                    <a:pt x="698" y="989"/>
                  </a:lnTo>
                  <a:lnTo>
                    <a:pt x="638" y="1000"/>
                  </a:lnTo>
                  <a:lnTo>
                    <a:pt x="582" y="1010"/>
                  </a:lnTo>
                  <a:lnTo>
                    <a:pt x="528" y="1013"/>
                  </a:lnTo>
                  <a:lnTo>
                    <a:pt x="478" y="1017"/>
                  </a:lnTo>
                  <a:lnTo>
                    <a:pt x="432" y="1013"/>
                  </a:lnTo>
                  <a:lnTo>
                    <a:pt x="391" y="1004"/>
                  </a:lnTo>
                  <a:lnTo>
                    <a:pt x="355" y="994"/>
                  </a:lnTo>
                  <a:lnTo>
                    <a:pt x="324" y="979"/>
                  </a:lnTo>
                  <a:lnTo>
                    <a:pt x="301" y="958"/>
                  </a:lnTo>
                  <a:lnTo>
                    <a:pt x="280" y="934"/>
                  </a:lnTo>
                  <a:lnTo>
                    <a:pt x="267" y="906"/>
                  </a:lnTo>
                  <a:lnTo>
                    <a:pt x="261" y="875"/>
                  </a:lnTo>
                  <a:lnTo>
                    <a:pt x="263" y="843"/>
                  </a:lnTo>
                  <a:lnTo>
                    <a:pt x="267" y="807"/>
                  </a:lnTo>
                  <a:lnTo>
                    <a:pt x="284" y="770"/>
                  </a:lnTo>
                  <a:lnTo>
                    <a:pt x="301" y="730"/>
                  </a:lnTo>
                  <a:lnTo>
                    <a:pt x="327" y="692"/>
                  </a:lnTo>
                  <a:lnTo>
                    <a:pt x="358" y="653"/>
                  </a:lnTo>
                  <a:lnTo>
                    <a:pt x="396" y="609"/>
                  </a:lnTo>
                  <a:lnTo>
                    <a:pt x="438" y="566"/>
                  </a:lnTo>
                  <a:lnTo>
                    <a:pt x="482" y="526"/>
                  </a:lnTo>
                  <a:lnTo>
                    <a:pt x="532" y="486"/>
                  </a:lnTo>
                  <a:lnTo>
                    <a:pt x="587" y="442"/>
                  </a:lnTo>
                  <a:lnTo>
                    <a:pt x="647" y="405"/>
                  </a:lnTo>
                  <a:lnTo>
                    <a:pt x="707" y="369"/>
                  </a:lnTo>
                  <a:lnTo>
                    <a:pt x="772" y="331"/>
                  </a:lnTo>
                  <a:lnTo>
                    <a:pt x="839" y="297"/>
                  </a:lnTo>
                  <a:lnTo>
                    <a:pt x="909" y="263"/>
                  </a:lnTo>
                  <a:lnTo>
                    <a:pt x="975" y="236"/>
                  </a:lnTo>
                  <a:lnTo>
                    <a:pt x="1041" y="211"/>
                  </a:lnTo>
                  <a:lnTo>
                    <a:pt x="1106" y="192"/>
                  </a:lnTo>
                  <a:lnTo>
                    <a:pt x="1168" y="177"/>
                  </a:lnTo>
                  <a:lnTo>
                    <a:pt x="1227" y="165"/>
                  </a:lnTo>
                  <a:lnTo>
                    <a:pt x="1284" y="155"/>
                  </a:lnTo>
                  <a:lnTo>
                    <a:pt x="1336" y="148"/>
                  </a:lnTo>
                  <a:lnTo>
                    <a:pt x="1384" y="148"/>
                  </a:lnTo>
                  <a:lnTo>
                    <a:pt x="1426" y="151"/>
                  </a:lnTo>
                  <a:lnTo>
                    <a:pt x="1468" y="158"/>
                  </a:lnTo>
                  <a:lnTo>
                    <a:pt x="1504" y="171"/>
                  </a:lnTo>
                  <a:lnTo>
                    <a:pt x="1535" y="186"/>
                  </a:lnTo>
                  <a:lnTo>
                    <a:pt x="1560" y="204"/>
                  </a:lnTo>
                  <a:lnTo>
                    <a:pt x="1578" y="226"/>
                  </a:lnTo>
                  <a:lnTo>
                    <a:pt x="1592" y="253"/>
                  </a:lnTo>
                  <a:lnTo>
                    <a:pt x="1600" y="288"/>
                  </a:lnTo>
                  <a:lnTo>
                    <a:pt x="1597" y="319"/>
                  </a:lnTo>
                  <a:lnTo>
                    <a:pt x="1592" y="355"/>
                  </a:lnTo>
                  <a:lnTo>
                    <a:pt x="1578" y="393"/>
                  </a:lnTo>
                  <a:lnTo>
                    <a:pt x="1558" y="430"/>
                  </a:lnTo>
                  <a:lnTo>
                    <a:pt x="1532" y="474"/>
                  </a:lnTo>
                  <a:lnTo>
                    <a:pt x="1501" y="513"/>
                  </a:lnTo>
                  <a:lnTo>
                    <a:pt x="1468" y="554"/>
                  </a:lnTo>
                  <a:lnTo>
                    <a:pt x="1426" y="593"/>
                  </a:lnTo>
                  <a:lnTo>
                    <a:pt x="1381" y="637"/>
                  </a:lnTo>
                  <a:lnTo>
                    <a:pt x="1333" y="678"/>
                  </a:lnTo>
                  <a:lnTo>
                    <a:pt x="1279" y="717"/>
                  </a:lnTo>
                  <a:lnTo>
                    <a:pt x="1220" y="758"/>
                  </a:lnTo>
                  <a:lnTo>
                    <a:pt x="1158" y="797"/>
                  </a:lnTo>
                  <a:lnTo>
                    <a:pt x="1093" y="832"/>
                  </a:lnTo>
                  <a:lnTo>
                    <a:pt x="1027" y="865"/>
                  </a:lnTo>
                  <a:close/>
                </a:path>
              </a:pathLst>
            </a:custGeom>
            <a:gradFill rotWithShape="0">
              <a:gsLst>
                <a:gs pos="0">
                  <a:srgbClr val="3366FF"/>
                </a:gs>
                <a:gs pos="25000">
                  <a:srgbClr val="01A78F"/>
                </a:gs>
                <a:gs pos="50000">
                  <a:srgbClr val="FFFF00"/>
                </a:gs>
                <a:gs pos="75000">
                  <a:srgbClr val="FF6633"/>
                </a:gs>
                <a:gs pos="100000">
                  <a:srgbClr val="FF3399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  <p:sp>
          <p:nvSpPr>
            <p:cNvPr id="18" name="Freeform 1045"/>
            <p:cNvSpPr>
              <a:spLocks noChangeAspect="1"/>
            </p:cNvSpPr>
            <p:nvPr/>
          </p:nvSpPr>
          <p:spPr bwMode="auto">
            <a:xfrm>
              <a:off x="1488" y="1680"/>
              <a:ext cx="307" cy="185"/>
            </a:xfrm>
            <a:custGeom>
              <a:avLst/>
              <a:gdLst/>
              <a:ahLst/>
              <a:cxnLst>
                <a:cxn ang="0">
                  <a:pos x="631" y="0"/>
                </a:cxn>
                <a:cxn ang="0">
                  <a:pos x="473" y="3"/>
                </a:cxn>
                <a:cxn ang="0">
                  <a:pos x="330" y="27"/>
                </a:cxn>
                <a:cxn ang="0">
                  <a:pos x="203" y="75"/>
                </a:cxn>
                <a:cxn ang="0">
                  <a:pos x="100" y="139"/>
                </a:cxn>
                <a:cxn ang="0">
                  <a:pos x="21" y="231"/>
                </a:cxn>
                <a:cxn ang="0">
                  <a:pos x="23" y="511"/>
                </a:cxn>
                <a:cxn ang="0">
                  <a:pos x="119" y="642"/>
                </a:cxn>
                <a:cxn ang="0">
                  <a:pos x="247" y="766"/>
                </a:cxn>
                <a:cxn ang="0">
                  <a:pos x="409" y="883"/>
                </a:cxn>
                <a:cxn ang="0">
                  <a:pos x="595" y="988"/>
                </a:cxn>
                <a:cxn ang="0">
                  <a:pos x="805" y="1072"/>
                </a:cxn>
                <a:cxn ang="0">
                  <a:pos x="1028" y="1140"/>
                </a:cxn>
                <a:cxn ang="0">
                  <a:pos x="1243" y="1174"/>
                </a:cxn>
                <a:cxn ang="0">
                  <a:pos x="1443" y="1179"/>
                </a:cxn>
                <a:cxn ang="0">
                  <a:pos x="1623" y="1161"/>
                </a:cxn>
                <a:cxn ang="0">
                  <a:pos x="1777" y="1112"/>
                </a:cxn>
                <a:cxn ang="0">
                  <a:pos x="1906" y="1010"/>
                </a:cxn>
                <a:cxn ang="0">
                  <a:pos x="1964" y="876"/>
                </a:cxn>
                <a:cxn ang="0">
                  <a:pos x="1963" y="796"/>
                </a:cxn>
                <a:cxn ang="0">
                  <a:pos x="1921" y="676"/>
                </a:cxn>
                <a:cxn ang="0">
                  <a:pos x="1825" y="537"/>
                </a:cxn>
                <a:cxn ang="0">
                  <a:pos x="1695" y="406"/>
                </a:cxn>
                <a:cxn ang="0">
                  <a:pos x="1525" y="284"/>
                </a:cxn>
                <a:cxn ang="0">
                  <a:pos x="1326" y="177"/>
                </a:cxn>
                <a:cxn ang="0">
                  <a:pos x="1178" y="127"/>
                </a:cxn>
                <a:cxn ang="0">
                  <a:pos x="1134" y="211"/>
                </a:cxn>
                <a:cxn ang="0">
                  <a:pos x="1126" y="226"/>
                </a:cxn>
                <a:cxn ang="0">
                  <a:pos x="1257" y="281"/>
                </a:cxn>
                <a:cxn ang="0">
                  <a:pos x="1422" y="371"/>
                </a:cxn>
                <a:cxn ang="0">
                  <a:pos x="1555" y="466"/>
                </a:cxn>
                <a:cxn ang="0">
                  <a:pos x="1646" y="565"/>
                </a:cxn>
                <a:cxn ang="0">
                  <a:pos x="1692" y="661"/>
                </a:cxn>
                <a:cxn ang="0">
                  <a:pos x="1681" y="747"/>
                </a:cxn>
                <a:cxn ang="0">
                  <a:pos x="1614" y="818"/>
                </a:cxn>
                <a:cxn ang="0">
                  <a:pos x="1494" y="862"/>
                </a:cxn>
                <a:cxn ang="0">
                  <a:pos x="1337" y="873"/>
                </a:cxn>
                <a:cxn ang="0">
                  <a:pos x="1146" y="855"/>
                </a:cxn>
                <a:cxn ang="0">
                  <a:pos x="935" y="809"/>
                </a:cxn>
                <a:cxn ang="0">
                  <a:pos x="732" y="728"/>
                </a:cxn>
                <a:cxn ang="0">
                  <a:pos x="561" y="639"/>
                </a:cxn>
                <a:cxn ang="0">
                  <a:pos x="427" y="535"/>
                </a:cxn>
                <a:cxn ang="0">
                  <a:pos x="338" y="427"/>
                </a:cxn>
                <a:cxn ang="0">
                  <a:pos x="307" y="328"/>
                </a:cxn>
                <a:cxn ang="0">
                  <a:pos x="347" y="226"/>
                </a:cxn>
                <a:cxn ang="0">
                  <a:pos x="478" y="161"/>
                </a:cxn>
                <a:cxn ang="0">
                  <a:pos x="681" y="143"/>
                </a:cxn>
                <a:cxn ang="0">
                  <a:pos x="694" y="136"/>
                </a:cxn>
                <a:cxn ang="0">
                  <a:pos x="758" y="50"/>
                </a:cxn>
                <a:cxn ang="0">
                  <a:pos x="765" y="13"/>
                </a:cxn>
                <a:cxn ang="0">
                  <a:pos x="748" y="10"/>
                </a:cxn>
              </a:cxnLst>
              <a:rect l="0" t="0" r="r" b="b"/>
              <a:pathLst>
                <a:path w="1964" h="1179">
                  <a:moveTo>
                    <a:pt x="748" y="10"/>
                  </a:moveTo>
                  <a:lnTo>
                    <a:pt x="688" y="3"/>
                  </a:lnTo>
                  <a:lnTo>
                    <a:pt x="631" y="0"/>
                  </a:lnTo>
                  <a:lnTo>
                    <a:pt x="578" y="0"/>
                  </a:lnTo>
                  <a:lnTo>
                    <a:pt x="525" y="0"/>
                  </a:lnTo>
                  <a:lnTo>
                    <a:pt x="473" y="3"/>
                  </a:lnTo>
                  <a:lnTo>
                    <a:pt x="421" y="10"/>
                  </a:lnTo>
                  <a:lnTo>
                    <a:pt x="375" y="19"/>
                  </a:lnTo>
                  <a:lnTo>
                    <a:pt x="330" y="27"/>
                  </a:lnTo>
                  <a:lnTo>
                    <a:pt x="286" y="41"/>
                  </a:lnTo>
                  <a:lnTo>
                    <a:pt x="242" y="56"/>
                  </a:lnTo>
                  <a:lnTo>
                    <a:pt x="203" y="75"/>
                  </a:lnTo>
                  <a:lnTo>
                    <a:pt x="167" y="93"/>
                  </a:lnTo>
                  <a:lnTo>
                    <a:pt x="132" y="112"/>
                  </a:lnTo>
                  <a:lnTo>
                    <a:pt x="100" y="139"/>
                  </a:lnTo>
                  <a:lnTo>
                    <a:pt x="69" y="161"/>
                  </a:lnTo>
                  <a:lnTo>
                    <a:pt x="44" y="189"/>
                  </a:lnTo>
                  <a:lnTo>
                    <a:pt x="21" y="231"/>
                  </a:lnTo>
                  <a:lnTo>
                    <a:pt x="3" y="284"/>
                  </a:lnTo>
                  <a:lnTo>
                    <a:pt x="0" y="371"/>
                  </a:lnTo>
                  <a:lnTo>
                    <a:pt x="23" y="511"/>
                  </a:lnTo>
                  <a:lnTo>
                    <a:pt x="52" y="554"/>
                  </a:lnTo>
                  <a:lnTo>
                    <a:pt x="82" y="597"/>
                  </a:lnTo>
                  <a:lnTo>
                    <a:pt x="119" y="642"/>
                  </a:lnTo>
                  <a:lnTo>
                    <a:pt x="157" y="685"/>
                  </a:lnTo>
                  <a:lnTo>
                    <a:pt x="201" y="725"/>
                  </a:lnTo>
                  <a:lnTo>
                    <a:pt x="247" y="766"/>
                  </a:lnTo>
                  <a:lnTo>
                    <a:pt x="298" y="809"/>
                  </a:lnTo>
                  <a:lnTo>
                    <a:pt x="353" y="846"/>
                  </a:lnTo>
                  <a:lnTo>
                    <a:pt x="409" y="883"/>
                  </a:lnTo>
                  <a:lnTo>
                    <a:pt x="468" y="920"/>
                  </a:lnTo>
                  <a:lnTo>
                    <a:pt x="530" y="954"/>
                  </a:lnTo>
                  <a:lnTo>
                    <a:pt x="595" y="988"/>
                  </a:lnTo>
                  <a:lnTo>
                    <a:pt x="663" y="1019"/>
                  </a:lnTo>
                  <a:lnTo>
                    <a:pt x="732" y="1047"/>
                  </a:lnTo>
                  <a:lnTo>
                    <a:pt x="805" y="1072"/>
                  </a:lnTo>
                  <a:lnTo>
                    <a:pt x="880" y="1097"/>
                  </a:lnTo>
                  <a:lnTo>
                    <a:pt x="953" y="1118"/>
                  </a:lnTo>
                  <a:lnTo>
                    <a:pt x="1028" y="1140"/>
                  </a:lnTo>
                  <a:lnTo>
                    <a:pt x="1100" y="1153"/>
                  </a:lnTo>
                  <a:lnTo>
                    <a:pt x="1172" y="1165"/>
                  </a:lnTo>
                  <a:lnTo>
                    <a:pt x="1243" y="1174"/>
                  </a:lnTo>
                  <a:lnTo>
                    <a:pt x="1311" y="1177"/>
                  </a:lnTo>
                  <a:lnTo>
                    <a:pt x="1378" y="1179"/>
                  </a:lnTo>
                  <a:lnTo>
                    <a:pt x="1443" y="1179"/>
                  </a:lnTo>
                  <a:lnTo>
                    <a:pt x="1503" y="1177"/>
                  </a:lnTo>
                  <a:lnTo>
                    <a:pt x="1566" y="1170"/>
                  </a:lnTo>
                  <a:lnTo>
                    <a:pt x="1623" y="1161"/>
                  </a:lnTo>
                  <a:lnTo>
                    <a:pt x="1677" y="1149"/>
                  </a:lnTo>
                  <a:lnTo>
                    <a:pt x="1729" y="1133"/>
                  </a:lnTo>
                  <a:lnTo>
                    <a:pt x="1777" y="1112"/>
                  </a:lnTo>
                  <a:lnTo>
                    <a:pt x="1821" y="1090"/>
                  </a:lnTo>
                  <a:lnTo>
                    <a:pt x="1862" y="1068"/>
                  </a:lnTo>
                  <a:lnTo>
                    <a:pt x="1906" y="1010"/>
                  </a:lnTo>
                  <a:lnTo>
                    <a:pt x="1937" y="954"/>
                  </a:lnTo>
                  <a:lnTo>
                    <a:pt x="1954" y="915"/>
                  </a:lnTo>
                  <a:lnTo>
                    <a:pt x="1964" y="876"/>
                  </a:lnTo>
                  <a:lnTo>
                    <a:pt x="1964" y="846"/>
                  </a:lnTo>
                  <a:lnTo>
                    <a:pt x="1964" y="818"/>
                  </a:lnTo>
                  <a:lnTo>
                    <a:pt x="1963" y="796"/>
                  </a:lnTo>
                  <a:lnTo>
                    <a:pt x="1960" y="768"/>
                  </a:lnTo>
                  <a:lnTo>
                    <a:pt x="1941" y="722"/>
                  </a:lnTo>
                  <a:lnTo>
                    <a:pt x="1921" y="676"/>
                  </a:lnTo>
                  <a:lnTo>
                    <a:pt x="1893" y="633"/>
                  </a:lnTo>
                  <a:lnTo>
                    <a:pt x="1862" y="585"/>
                  </a:lnTo>
                  <a:lnTo>
                    <a:pt x="1825" y="537"/>
                  </a:lnTo>
                  <a:lnTo>
                    <a:pt x="1787" y="495"/>
                  </a:lnTo>
                  <a:lnTo>
                    <a:pt x="1741" y="449"/>
                  </a:lnTo>
                  <a:lnTo>
                    <a:pt x="1695" y="406"/>
                  </a:lnTo>
                  <a:lnTo>
                    <a:pt x="1641" y="364"/>
                  </a:lnTo>
                  <a:lnTo>
                    <a:pt x="1584" y="325"/>
                  </a:lnTo>
                  <a:lnTo>
                    <a:pt x="1525" y="284"/>
                  </a:lnTo>
                  <a:lnTo>
                    <a:pt x="1463" y="248"/>
                  </a:lnTo>
                  <a:lnTo>
                    <a:pt x="1397" y="211"/>
                  </a:lnTo>
                  <a:lnTo>
                    <a:pt x="1326" y="177"/>
                  </a:lnTo>
                  <a:lnTo>
                    <a:pt x="1255" y="146"/>
                  </a:lnTo>
                  <a:lnTo>
                    <a:pt x="1180" y="114"/>
                  </a:lnTo>
                  <a:lnTo>
                    <a:pt x="1178" y="127"/>
                  </a:lnTo>
                  <a:lnTo>
                    <a:pt x="1172" y="149"/>
                  </a:lnTo>
                  <a:lnTo>
                    <a:pt x="1157" y="179"/>
                  </a:lnTo>
                  <a:lnTo>
                    <a:pt x="1134" y="211"/>
                  </a:lnTo>
                  <a:lnTo>
                    <a:pt x="1132" y="214"/>
                  </a:lnTo>
                  <a:lnTo>
                    <a:pt x="1128" y="216"/>
                  </a:lnTo>
                  <a:lnTo>
                    <a:pt x="1126" y="226"/>
                  </a:lnTo>
                  <a:lnTo>
                    <a:pt x="1134" y="231"/>
                  </a:lnTo>
                  <a:lnTo>
                    <a:pt x="1198" y="257"/>
                  </a:lnTo>
                  <a:lnTo>
                    <a:pt x="1257" y="281"/>
                  </a:lnTo>
                  <a:lnTo>
                    <a:pt x="1316" y="313"/>
                  </a:lnTo>
                  <a:lnTo>
                    <a:pt x="1371" y="340"/>
                  </a:lnTo>
                  <a:lnTo>
                    <a:pt x="1422" y="371"/>
                  </a:lnTo>
                  <a:lnTo>
                    <a:pt x="1471" y="402"/>
                  </a:lnTo>
                  <a:lnTo>
                    <a:pt x="1514" y="433"/>
                  </a:lnTo>
                  <a:lnTo>
                    <a:pt x="1555" y="466"/>
                  </a:lnTo>
                  <a:lnTo>
                    <a:pt x="1589" y="501"/>
                  </a:lnTo>
                  <a:lnTo>
                    <a:pt x="1620" y="532"/>
                  </a:lnTo>
                  <a:lnTo>
                    <a:pt x="1646" y="565"/>
                  </a:lnTo>
                  <a:lnTo>
                    <a:pt x="1666" y="597"/>
                  </a:lnTo>
                  <a:lnTo>
                    <a:pt x="1681" y="630"/>
                  </a:lnTo>
                  <a:lnTo>
                    <a:pt x="1692" y="661"/>
                  </a:lnTo>
                  <a:lnTo>
                    <a:pt x="1695" y="691"/>
                  </a:lnTo>
                  <a:lnTo>
                    <a:pt x="1692" y="718"/>
                  </a:lnTo>
                  <a:lnTo>
                    <a:pt x="1681" y="747"/>
                  </a:lnTo>
                  <a:lnTo>
                    <a:pt x="1666" y="774"/>
                  </a:lnTo>
                  <a:lnTo>
                    <a:pt x="1643" y="800"/>
                  </a:lnTo>
                  <a:lnTo>
                    <a:pt x="1614" y="818"/>
                  </a:lnTo>
                  <a:lnTo>
                    <a:pt x="1578" y="837"/>
                  </a:lnTo>
                  <a:lnTo>
                    <a:pt x="1541" y="849"/>
                  </a:lnTo>
                  <a:lnTo>
                    <a:pt x="1494" y="862"/>
                  </a:lnTo>
                  <a:lnTo>
                    <a:pt x="1445" y="868"/>
                  </a:lnTo>
                  <a:lnTo>
                    <a:pt x="1394" y="870"/>
                  </a:lnTo>
                  <a:lnTo>
                    <a:pt x="1337" y="873"/>
                  </a:lnTo>
                  <a:lnTo>
                    <a:pt x="1275" y="870"/>
                  </a:lnTo>
                  <a:lnTo>
                    <a:pt x="1211" y="864"/>
                  </a:lnTo>
                  <a:lnTo>
                    <a:pt x="1146" y="855"/>
                  </a:lnTo>
                  <a:lnTo>
                    <a:pt x="1077" y="843"/>
                  </a:lnTo>
                  <a:lnTo>
                    <a:pt x="1008" y="827"/>
                  </a:lnTo>
                  <a:lnTo>
                    <a:pt x="935" y="809"/>
                  </a:lnTo>
                  <a:lnTo>
                    <a:pt x="865" y="781"/>
                  </a:lnTo>
                  <a:lnTo>
                    <a:pt x="797" y="757"/>
                  </a:lnTo>
                  <a:lnTo>
                    <a:pt x="732" y="728"/>
                  </a:lnTo>
                  <a:lnTo>
                    <a:pt x="671" y="701"/>
                  </a:lnTo>
                  <a:lnTo>
                    <a:pt x="615" y="669"/>
                  </a:lnTo>
                  <a:lnTo>
                    <a:pt x="561" y="639"/>
                  </a:lnTo>
                  <a:lnTo>
                    <a:pt x="512" y="603"/>
                  </a:lnTo>
                  <a:lnTo>
                    <a:pt x="466" y="568"/>
                  </a:lnTo>
                  <a:lnTo>
                    <a:pt x="427" y="535"/>
                  </a:lnTo>
                  <a:lnTo>
                    <a:pt x="391" y="501"/>
                  </a:lnTo>
                  <a:lnTo>
                    <a:pt x="363" y="466"/>
                  </a:lnTo>
                  <a:lnTo>
                    <a:pt x="338" y="427"/>
                  </a:lnTo>
                  <a:lnTo>
                    <a:pt x="321" y="393"/>
                  </a:lnTo>
                  <a:lnTo>
                    <a:pt x="309" y="362"/>
                  </a:lnTo>
                  <a:lnTo>
                    <a:pt x="307" y="328"/>
                  </a:lnTo>
                  <a:lnTo>
                    <a:pt x="309" y="297"/>
                  </a:lnTo>
                  <a:lnTo>
                    <a:pt x="321" y="257"/>
                  </a:lnTo>
                  <a:lnTo>
                    <a:pt x="347" y="226"/>
                  </a:lnTo>
                  <a:lnTo>
                    <a:pt x="380" y="198"/>
                  </a:lnTo>
                  <a:lnTo>
                    <a:pt x="424" y="177"/>
                  </a:lnTo>
                  <a:lnTo>
                    <a:pt x="478" y="161"/>
                  </a:lnTo>
                  <a:lnTo>
                    <a:pt x="538" y="149"/>
                  </a:lnTo>
                  <a:lnTo>
                    <a:pt x="607" y="143"/>
                  </a:lnTo>
                  <a:lnTo>
                    <a:pt x="681" y="143"/>
                  </a:lnTo>
                  <a:lnTo>
                    <a:pt x="683" y="143"/>
                  </a:lnTo>
                  <a:lnTo>
                    <a:pt x="688" y="139"/>
                  </a:lnTo>
                  <a:lnTo>
                    <a:pt x="694" y="136"/>
                  </a:lnTo>
                  <a:lnTo>
                    <a:pt x="699" y="133"/>
                  </a:lnTo>
                  <a:lnTo>
                    <a:pt x="735" y="87"/>
                  </a:lnTo>
                  <a:lnTo>
                    <a:pt x="758" y="50"/>
                  </a:lnTo>
                  <a:lnTo>
                    <a:pt x="771" y="22"/>
                  </a:lnTo>
                  <a:lnTo>
                    <a:pt x="774" y="13"/>
                  </a:lnTo>
                  <a:lnTo>
                    <a:pt x="765" y="13"/>
                  </a:lnTo>
                  <a:lnTo>
                    <a:pt x="760" y="10"/>
                  </a:lnTo>
                  <a:lnTo>
                    <a:pt x="753" y="10"/>
                  </a:lnTo>
                  <a:lnTo>
                    <a:pt x="748" y="10"/>
                  </a:lnTo>
                  <a:close/>
                </a:path>
              </a:pathLst>
            </a:custGeom>
            <a:gradFill rotWithShape="0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spcBef>
                  <a:spcPct val="50000"/>
                </a:spcBef>
                <a:defRPr/>
              </a:pPr>
              <a:endParaRPr lang="ja-JP" altLang="en-US" b="0"/>
            </a:p>
          </p:txBody>
        </p:sp>
      </p:grp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8763001" y="0"/>
          <a:ext cx="1143000" cy="388938"/>
        </p:xfrm>
        <a:graphic>
          <a:graphicData uri="http://schemas.openxmlformats.org/presentationml/2006/ole">
            <p:oleObj spid="_x0000_s1026" name="Photo Editor Photo" r:id="rId17" imgW="4571429" imgH="1561905" progId="">
              <p:embed/>
            </p:oleObj>
          </a:graphicData>
        </a:graphic>
      </p:graphicFrame>
      <p:sp>
        <p:nvSpPr>
          <p:cNvPr id="21" name="Rectangle 20"/>
          <p:cNvSpPr/>
          <p:nvPr/>
        </p:nvSpPr>
        <p:spPr>
          <a:xfrm>
            <a:off x="9417496" y="6453336"/>
            <a:ext cx="6480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fld id="{02946C01-C6A5-426E-80EA-2EC8DFDF71F0}" type="slidenum">
              <a:rPr kumimoji="1" 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ＭＳ Ｐゴシック" pitchFamily="50" charset="-128"/>
                <a:cs typeface="+mn-cs"/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3" r:id="rId1"/>
    <p:sldLayoutId id="2147484164" r:id="rId2"/>
    <p:sldLayoutId id="2147484165" r:id="rId3"/>
    <p:sldLayoutId id="2147484166" r:id="rId4"/>
    <p:sldLayoutId id="2147484167" r:id="rId5"/>
    <p:sldLayoutId id="2147484168" r:id="rId6"/>
    <p:sldLayoutId id="2147484162" r:id="rId7"/>
    <p:sldLayoutId id="2147484169" r:id="rId8"/>
    <p:sldLayoutId id="2147484170" r:id="rId9"/>
    <p:sldLayoutId id="2147484171" r:id="rId10"/>
    <p:sldLayoutId id="2147484172" r:id="rId11"/>
    <p:sldLayoutId id="2147484173" r:id="rId12"/>
    <p:sldLayoutId id="2147484174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2DC04-6C20-4B50-B5BC-A55DAEB084D8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83B9DF-ED9B-4BD7-9FED-0D477925CC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0" r:id="rId1"/>
    <p:sldLayoutId id="2147484201" r:id="rId2"/>
    <p:sldLayoutId id="2147484202" r:id="rId3"/>
    <p:sldLayoutId id="2147484203" r:id="rId4"/>
    <p:sldLayoutId id="2147484204" r:id="rId5"/>
    <p:sldLayoutId id="2147484205" r:id="rId6"/>
    <p:sldLayoutId id="2147484206" r:id="rId7"/>
    <p:sldLayoutId id="2147484207" r:id="rId8"/>
    <p:sldLayoutId id="2147484208" r:id="rId9"/>
    <p:sldLayoutId id="2147484209" r:id="rId10"/>
    <p:sldLayoutId id="214748421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D64E8-F053-4A45-B654-0BC5430C91AD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45463-656A-4F9D-AEF1-A6AAD4103C1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  <p:sldLayoutId id="2147484191" r:id="rId4"/>
    <p:sldLayoutId id="2147484192" r:id="rId5"/>
    <p:sldLayoutId id="2147484193" r:id="rId6"/>
    <p:sldLayoutId id="2147484194" r:id="rId7"/>
    <p:sldLayoutId id="2147484195" r:id="rId8"/>
    <p:sldLayoutId id="2147484196" r:id="rId9"/>
    <p:sldLayoutId id="2147484197" r:id="rId10"/>
    <p:sldLayoutId id="214748419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3F219-31F9-4996-8605-2B21BACDDCCA}" type="datetimeFigureOut">
              <a:rPr lang="en-US" smtClean="0"/>
              <a:pPr/>
              <a:t>12/19/2014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BFE95-F06A-4F1E-B0C4-5168589CD5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4488" y="620688"/>
            <a:ext cx="3312368" cy="360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1 -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nghĩa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2520" y="908720"/>
            <a:ext cx="7257256" cy="64807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Tx/>
              <a:buChar char="-"/>
            </a:pP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Lỗ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self tapping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lỗ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vít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cố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trí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linh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lắp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giáp</a:t>
            </a:r>
            <a:endParaRPr lang="en-US" b="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Lỗ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tarô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ren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vít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linh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kiện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latin typeface="Times New Roman" pitchFamily="18" charset="0"/>
                <a:cs typeface="Times New Roman" pitchFamily="18" charset="0"/>
              </a:rPr>
              <a:t>nhựa</a:t>
            </a:r>
            <a:r>
              <a:rPr lang="en-US" b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488" y="1556792"/>
            <a:ext cx="4248472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2 -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Ký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hiệu</a:t>
            </a:r>
            <a:endParaRPr lang="en-US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5" name="Table 174"/>
          <p:cNvGraphicFramePr>
            <a:graphicFrameLocks noGrp="1"/>
          </p:cNvGraphicFramePr>
          <p:nvPr/>
        </p:nvGraphicFramePr>
        <p:xfrm>
          <a:off x="416496" y="2060848"/>
          <a:ext cx="9073009" cy="422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9"/>
                <a:gridCol w="4536503"/>
                <a:gridCol w="3384377"/>
              </a:tblGrid>
              <a:tr h="4168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Bản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chemeClr val="tx1"/>
                          </a:solidFill>
                        </a:rPr>
                        <a:t>vẽ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Tiêu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chuẩn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kiểm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tra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1167343"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Nội</a:t>
                      </a:r>
                      <a:r>
                        <a:rPr lang="en-US" baseline="0" dirty="0" smtClean="0"/>
                        <a:t> dung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b="0" dirty="0" smtClean="0"/>
                        <a:t> </a:t>
                      </a:r>
                      <a:r>
                        <a:rPr lang="en-US" b="0" dirty="0" err="1" smtClean="0"/>
                        <a:t>Lỗ</a:t>
                      </a:r>
                      <a:r>
                        <a:rPr lang="en-US" b="0" dirty="0" smtClean="0"/>
                        <a:t> M3: </a:t>
                      </a:r>
                      <a:r>
                        <a:rPr lang="el-GR" dirty="0" smtClean="0"/>
                        <a:t>φ</a:t>
                      </a:r>
                      <a:r>
                        <a:rPr lang="en-US" b="0" dirty="0" smtClean="0"/>
                        <a:t> 2.55 (0/-0.05)</a:t>
                      </a:r>
                    </a:p>
                    <a:p>
                      <a:pPr>
                        <a:buFontTx/>
                        <a:buChar char="-"/>
                      </a:pPr>
                      <a:r>
                        <a:rPr lang="en-US" b="0" dirty="0" smtClean="0"/>
                        <a:t> </a:t>
                      </a:r>
                      <a:r>
                        <a:rPr lang="en-US" b="0" dirty="0" err="1" smtClean="0"/>
                        <a:t>Lỗ</a:t>
                      </a:r>
                      <a:r>
                        <a:rPr lang="en-US" b="0" dirty="0" smtClean="0"/>
                        <a:t> M4: </a:t>
                      </a:r>
                      <a:r>
                        <a:rPr lang="el-GR" dirty="0" smtClean="0"/>
                        <a:t>φ</a:t>
                      </a:r>
                      <a:r>
                        <a:rPr lang="en-US" b="0" dirty="0" smtClean="0"/>
                        <a:t> 3.5 (0/-0.05)</a:t>
                      </a:r>
                    </a:p>
                    <a:p>
                      <a:r>
                        <a:rPr lang="en-US" b="0" dirty="0" smtClean="0"/>
                        <a:t>               </a:t>
                      </a:r>
                      <a:r>
                        <a:rPr lang="el-GR" dirty="0" smtClean="0"/>
                        <a:t>φ</a:t>
                      </a:r>
                      <a:r>
                        <a:rPr lang="en-US" b="0" dirty="0" smtClean="0"/>
                        <a:t> 3.5 (± 0.03) </a:t>
                      </a:r>
                    </a:p>
                    <a:p>
                      <a:r>
                        <a:rPr lang="en-US" b="0" dirty="0" smtClean="0"/>
                        <a:t>               </a:t>
                      </a:r>
                      <a:r>
                        <a:rPr lang="el-GR" dirty="0" smtClean="0"/>
                        <a:t>φ</a:t>
                      </a:r>
                      <a:r>
                        <a:rPr lang="el-GR" b="0" dirty="0" smtClean="0"/>
                        <a:t> </a:t>
                      </a:r>
                      <a:r>
                        <a:rPr lang="en-US" b="0" dirty="0" smtClean="0"/>
                        <a:t>3.5 (± 0.025)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Example: </a:t>
                      </a:r>
                    </a:p>
                    <a:p>
                      <a:r>
                        <a:rPr lang="en-US" dirty="0" smtClean="0"/>
                        <a:t>   </a:t>
                      </a:r>
                      <a:r>
                        <a:rPr lang="el-GR" dirty="0" smtClean="0"/>
                        <a:t>φ</a:t>
                      </a:r>
                      <a:r>
                        <a:rPr lang="en-US" dirty="0" smtClean="0"/>
                        <a:t> </a:t>
                      </a:r>
                      <a:r>
                        <a:rPr lang="el-GR" dirty="0" smtClean="0"/>
                        <a:t>3.5±0.0</a:t>
                      </a:r>
                      <a:r>
                        <a:rPr lang="en-US" dirty="0" smtClean="0"/>
                        <a:t>3 </a:t>
                      </a:r>
                      <a:r>
                        <a:rPr lang="el-GR" dirty="0" smtClean="0">
                          <a:solidFill>
                            <a:srgbClr val="FF0000"/>
                          </a:solidFill>
                        </a:rPr>
                        <a:t>(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Self-tapping hole )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  <a:tr h="2620947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87" name="Group 186"/>
          <p:cNvGrpSpPr/>
          <p:nvPr/>
        </p:nvGrpSpPr>
        <p:grpSpPr>
          <a:xfrm>
            <a:off x="1712640" y="4005064"/>
            <a:ext cx="1440160" cy="1800200"/>
            <a:chOff x="4376936" y="1196752"/>
            <a:chExt cx="1440160" cy="1800200"/>
          </a:xfrm>
        </p:grpSpPr>
        <p:pic>
          <p:nvPicPr>
            <p:cNvPr id="176" name="Picture 144"/>
            <p:cNvPicPr>
              <a:picLocks noChangeAspect="1" noChangeArrowheads="1"/>
            </p:cNvPicPr>
            <p:nvPr/>
          </p:nvPicPr>
          <p:blipFill>
            <a:blip r:embed="rId2" cstate="email">
              <a:lum bright="-10000"/>
            </a:blip>
            <a:srcRect/>
            <a:stretch>
              <a:fillRect/>
            </a:stretch>
          </p:blipFill>
          <p:spPr bwMode="auto">
            <a:xfrm>
              <a:off x="4376936" y="1196752"/>
              <a:ext cx="1440160" cy="180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7" name="Freeform 155"/>
            <p:cNvSpPr>
              <a:spLocks noEditPoints="1"/>
            </p:cNvSpPr>
            <p:nvPr/>
          </p:nvSpPr>
          <p:spPr bwMode="auto">
            <a:xfrm rot="21442374">
              <a:off x="5055195" y="1315815"/>
              <a:ext cx="660400" cy="597892"/>
            </a:xfrm>
            <a:custGeom>
              <a:avLst/>
              <a:gdLst/>
              <a:ahLst/>
              <a:cxnLst>
                <a:cxn ang="0">
                  <a:pos x="9" y="1386"/>
                </a:cxn>
                <a:cxn ang="0">
                  <a:pos x="8" y="1356"/>
                </a:cxn>
                <a:cxn ang="0">
                  <a:pos x="1267" y="9"/>
                </a:cxn>
                <a:cxn ang="0">
                  <a:pos x="1297" y="8"/>
                </a:cxn>
                <a:cxn ang="0">
                  <a:pos x="2019" y="683"/>
                </a:cxn>
                <a:cxn ang="0">
                  <a:pos x="2020" y="713"/>
                </a:cxn>
                <a:cxn ang="0">
                  <a:pos x="761" y="2060"/>
                </a:cxn>
                <a:cxn ang="0">
                  <a:pos x="730" y="2061"/>
                </a:cxn>
                <a:cxn ang="0">
                  <a:pos x="9" y="1386"/>
                </a:cxn>
                <a:cxn ang="0">
                  <a:pos x="759" y="2030"/>
                </a:cxn>
                <a:cxn ang="0">
                  <a:pos x="729" y="2031"/>
                </a:cxn>
                <a:cxn ang="0">
                  <a:pos x="1989" y="684"/>
                </a:cxn>
                <a:cxn ang="0">
                  <a:pos x="1990" y="714"/>
                </a:cxn>
                <a:cxn ang="0">
                  <a:pos x="1268" y="40"/>
                </a:cxn>
                <a:cxn ang="0">
                  <a:pos x="1298" y="39"/>
                </a:cxn>
                <a:cxn ang="0">
                  <a:pos x="39" y="1385"/>
                </a:cxn>
                <a:cxn ang="0">
                  <a:pos x="38" y="1355"/>
                </a:cxn>
                <a:cxn ang="0">
                  <a:pos x="759" y="2030"/>
                </a:cxn>
              </a:cxnLst>
              <a:rect l="0" t="0" r="r" b="b"/>
              <a:pathLst>
                <a:path w="2028" h="2069">
                  <a:moveTo>
                    <a:pt x="9" y="1386"/>
                  </a:moveTo>
                  <a:cubicBezTo>
                    <a:pt x="0" y="1378"/>
                    <a:pt x="0" y="1365"/>
                    <a:pt x="8" y="1356"/>
                  </a:cubicBezTo>
                  <a:lnTo>
                    <a:pt x="1267" y="9"/>
                  </a:lnTo>
                  <a:cubicBezTo>
                    <a:pt x="1275" y="1"/>
                    <a:pt x="1289" y="0"/>
                    <a:pt x="1297" y="8"/>
                  </a:cubicBezTo>
                  <a:lnTo>
                    <a:pt x="2019" y="683"/>
                  </a:lnTo>
                  <a:cubicBezTo>
                    <a:pt x="2027" y="691"/>
                    <a:pt x="2028" y="705"/>
                    <a:pt x="2020" y="713"/>
                  </a:cubicBezTo>
                  <a:lnTo>
                    <a:pt x="761" y="2060"/>
                  </a:lnTo>
                  <a:cubicBezTo>
                    <a:pt x="752" y="2069"/>
                    <a:pt x="739" y="2069"/>
                    <a:pt x="730" y="2061"/>
                  </a:cubicBezTo>
                  <a:lnTo>
                    <a:pt x="9" y="1386"/>
                  </a:lnTo>
                  <a:close/>
                  <a:moveTo>
                    <a:pt x="759" y="2030"/>
                  </a:moveTo>
                  <a:lnTo>
                    <a:pt x="729" y="2031"/>
                  </a:lnTo>
                  <a:lnTo>
                    <a:pt x="1989" y="684"/>
                  </a:lnTo>
                  <a:lnTo>
                    <a:pt x="1990" y="714"/>
                  </a:lnTo>
                  <a:lnTo>
                    <a:pt x="1268" y="40"/>
                  </a:lnTo>
                  <a:lnTo>
                    <a:pt x="1298" y="39"/>
                  </a:lnTo>
                  <a:lnTo>
                    <a:pt x="39" y="1385"/>
                  </a:lnTo>
                  <a:lnTo>
                    <a:pt x="38" y="1355"/>
                  </a:lnTo>
                  <a:lnTo>
                    <a:pt x="759" y="2030"/>
                  </a:lnTo>
                  <a:close/>
                </a:path>
              </a:pathLst>
            </a:custGeom>
            <a:solidFill>
              <a:srgbClr val="FF0000"/>
            </a:solidFill>
            <a:ln w="0" cap="flat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3224808" y="4077072"/>
            <a:ext cx="2808312" cy="1800200"/>
            <a:chOff x="6681192" y="2492896"/>
            <a:chExt cx="2808312" cy="1800200"/>
          </a:xfrm>
        </p:grpSpPr>
        <p:pic>
          <p:nvPicPr>
            <p:cNvPr id="178" name="Picture 145"/>
            <p:cNvPicPr>
              <a:picLocks noChangeAspect="1" noChangeArrowheads="1"/>
            </p:cNvPicPr>
            <p:nvPr/>
          </p:nvPicPr>
          <p:blipFill>
            <a:blip r:embed="rId3" cstate="email">
              <a:lum bright="-8000"/>
            </a:blip>
            <a:srcRect/>
            <a:stretch>
              <a:fillRect/>
            </a:stretch>
          </p:blipFill>
          <p:spPr bwMode="auto">
            <a:xfrm>
              <a:off x="6681192" y="2492896"/>
              <a:ext cx="2808312" cy="180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9" name="Freeform 155"/>
            <p:cNvSpPr>
              <a:spLocks noEditPoints="1"/>
            </p:cNvSpPr>
            <p:nvPr/>
          </p:nvSpPr>
          <p:spPr bwMode="auto">
            <a:xfrm rot="5687754">
              <a:off x="7464837" y="2934124"/>
              <a:ext cx="520941" cy="462120"/>
            </a:xfrm>
            <a:custGeom>
              <a:avLst/>
              <a:gdLst/>
              <a:ahLst/>
              <a:cxnLst>
                <a:cxn ang="0">
                  <a:pos x="9" y="1386"/>
                </a:cxn>
                <a:cxn ang="0">
                  <a:pos x="8" y="1356"/>
                </a:cxn>
                <a:cxn ang="0">
                  <a:pos x="1267" y="9"/>
                </a:cxn>
                <a:cxn ang="0">
                  <a:pos x="1297" y="8"/>
                </a:cxn>
                <a:cxn ang="0">
                  <a:pos x="2019" y="683"/>
                </a:cxn>
                <a:cxn ang="0">
                  <a:pos x="2020" y="713"/>
                </a:cxn>
                <a:cxn ang="0">
                  <a:pos x="761" y="2060"/>
                </a:cxn>
                <a:cxn ang="0">
                  <a:pos x="730" y="2061"/>
                </a:cxn>
                <a:cxn ang="0">
                  <a:pos x="9" y="1386"/>
                </a:cxn>
                <a:cxn ang="0">
                  <a:pos x="759" y="2030"/>
                </a:cxn>
                <a:cxn ang="0">
                  <a:pos x="729" y="2031"/>
                </a:cxn>
                <a:cxn ang="0">
                  <a:pos x="1989" y="684"/>
                </a:cxn>
                <a:cxn ang="0">
                  <a:pos x="1990" y="714"/>
                </a:cxn>
                <a:cxn ang="0">
                  <a:pos x="1268" y="40"/>
                </a:cxn>
                <a:cxn ang="0">
                  <a:pos x="1298" y="39"/>
                </a:cxn>
                <a:cxn ang="0">
                  <a:pos x="39" y="1385"/>
                </a:cxn>
                <a:cxn ang="0">
                  <a:pos x="38" y="1355"/>
                </a:cxn>
                <a:cxn ang="0">
                  <a:pos x="759" y="2030"/>
                </a:cxn>
              </a:cxnLst>
              <a:rect l="0" t="0" r="r" b="b"/>
              <a:pathLst>
                <a:path w="2028" h="2069">
                  <a:moveTo>
                    <a:pt x="9" y="1386"/>
                  </a:moveTo>
                  <a:cubicBezTo>
                    <a:pt x="0" y="1378"/>
                    <a:pt x="0" y="1365"/>
                    <a:pt x="8" y="1356"/>
                  </a:cubicBezTo>
                  <a:lnTo>
                    <a:pt x="1267" y="9"/>
                  </a:lnTo>
                  <a:cubicBezTo>
                    <a:pt x="1275" y="1"/>
                    <a:pt x="1289" y="0"/>
                    <a:pt x="1297" y="8"/>
                  </a:cubicBezTo>
                  <a:lnTo>
                    <a:pt x="2019" y="683"/>
                  </a:lnTo>
                  <a:cubicBezTo>
                    <a:pt x="2027" y="691"/>
                    <a:pt x="2028" y="705"/>
                    <a:pt x="2020" y="713"/>
                  </a:cubicBezTo>
                  <a:lnTo>
                    <a:pt x="761" y="2060"/>
                  </a:lnTo>
                  <a:cubicBezTo>
                    <a:pt x="752" y="2069"/>
                    <a:pt x="739" y="2069"/>
                    <a:pt x="730" y="2061"/>
                  </a:cubicBezTo>
                  <a:lnTo>
                    <a:pt x="9" y="1386"/>
                  </a:lnTo>
                  <a:close/>
                  <a:moveTo>
                    <a:pt x="759" y="2030"/>
                  </a:moveTo>
                  <a:lnTo>
                    <a:pt x="729" y="2031"/>
                  </a:lnTo>
                  <a:lnTo>
                    <a:pt x="1989" y="684"/>
                  </a:lnTo>
                  <a:lnTo>
                    <a:pt x="1990" y="714"/>
                  </a:lnTo>
                  <a:lnTo>
                    <a:pt x="1268" y="40"/>
                  </a:lnTo>
                  <a:lnTo>
                    <a:pt x="1298" y="39"/>
                  </a:lnTo>
                  <a:lnTo>
                    <a:pt x="39" y="1385"/>
                  </a:lnTo>
                  <a:lnTo>
                    <a:pt x="38" y="1355"/>
                  </a:lnTo>
                  <a:lnTo>
                    <a:pt x="759" y="2030"/>
                  </a:lnTo>
                  <a:close/>
                </a:path>
              </a:pathLst>
            </a:custGeom>
            <a:solidFill>
              <a:srgbClr val="FF0000"/>
            </a:solidFill>
            <a:ln w="0" cap="flat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Freeform 155"/>
            <p:cNvSpPr>
              <a:spLocks noEditPoints="1"/>
            </p:cNvSpPr>
            <p:nvPr/>
          </p:nvSpPr>
          <p:spPr bwMode="auto">
            <a:xfrm rot="5687754">
              <a:off x="8832989" y="3692841"/>
              <a:ext cx="520941" cy="462120"/>
            </a:xfrm>
            <a:custGeom>
              <a:avLst/>
              <a:gdLst/>
              <a:ahLst/>
              <a:cxnLst>
                <a:cxn ang="0">
                  <a:pos x="9" y="1386"/>
                </a:cxn>
                <a:cxn ang="0">
                  <a:pos x="8" y="1356"/>
                </a:cxn>
                <a:cxn ang="0">
                  <a:pos x="1267" y="9"/>
                </a:cxn>
                <a:cxn ang="0">
                  <a:pos x="1297" y="8"/>
                </a:cxn>
                <a:cxn ang="0">
                  <a:pos x="2019" y="683"/>
                </a:cxn>
                <a:cxn ang="0">
                  <a:pos x="2020" y="713"/>
                </a:cxn>
                <a:cxn ang="0">
                  <a:pos x="761" y="2060"/>
                </a:cxn>
                <a:cxn ang="0">
                  <a:pos x="730" y="2061"/>
                </a:cxn>
                <a:cxn ang="0">
                  <a:pos x="9" y="1386"/>
                </a:cxn>
                <a:cxn ang="0">
                  <a:pos x="759" y="2030"/>
                </a:cxn>
                <a:cxn ang="0">
                  <a:pos x="729" y="2031"/>
                </a:cxn>
                <a:cxn ang="0">
                  <a:pos x="1989" y="684"/>
                </a:cxn>
                <a:cxn ang="0">
                  <a:pos x="1990" y="714"/>
                </a:cxn>
                <a:cxn ang="0">
                  <a:pos x="1268" y="40"/>
                </a:cxn>
                <a:cxn ang="0">
                  <a:pos x="1298" y="39"/>
                </a:cxn>
                <a:cxn ang="0">
                  <a:pos x="39" y="1385"/>
                </a:cxn>
                <a:cxn ang="0">
                  <a:pos x="38" y="1355"/>
                </a:cxn>
                <a:cxn ang="0">
                  <a:pos x="759" y="2030"/>
                </a:cxn>
              </a:cxnLst>
              <a:rect l="0" t="0" r="r" b="b"/>
              <a:pathLst>
                <a:path w="2028" h="2069">
                  <a:moveTo>
                    <a:pt x="9" y="1386"/>
                  </a:moveTo>
                  <a:cubicBezTo>
                    <a:pt x="0" y="1378"/>
                    <a:pt x="0" y="1365"/>
                    <a:pt x="8" y="1356"/>
                  </a:cubicBezTo>
                  <a:lnTo>
                    <a:pt x="1267" y="9"/>
                  </a:lnTo>
                  <a:cubicBezTo>
                    <a:pt x="1275" y="1"/>
                    <a:pt x="1289" y="0"/>
                    <a:pt x="1297" y="8"/>
                  </a:cubicBezTo>
                  <a:lnTo>
                    <a:pt x="2019" y="683"/>
                  </a:lnTo>
                  <a:cubicBezTo>
                    <a:pt x="2027" y="691"/>
                    <a:pt x="2028" y="705"/>
                    <a:pt x="2020" y="713"/>
                  </a:cubicBezTo>
                  <a:lnTo>
                    <a:pt x="761" y="2060"/>
                  </a:lnTo>
                  <a:cubicBezTo>
                    <a:pt x="752" y="2069"/>
                    <a:pt x="739" y="2069"/>
                    <a:pt x="730" y="2061"/>
                  </a:cubicBezTo>
                  <a:lnTo>
                    <a:pt x="9" y="1386"/>
                  </a:lnTo>
                  <a:close/>
                  <a:moveTo>
                    <a:pt x="759" y="2030"/>
                  </a:moveTo>
                  <a:lnTo>
                    <a:pt x="729" y="2031"/>
                  </a:lnTo>
                  <a:lnTo>
                    <a:pt x="1989" y="684"/>
                  </a:lnTo>
                  <a:lnTo>
                    <a:pt x="1990" y="714"/>
                  </a:lnTo>
                  <a:lnTo>
                    <a:pt x="1268" y="40"/>
                  </a:lnTo>
                  <a:lnTo>
                    <a:pt x="1298" y="39"/>
                  </a:lnTo>
                  <a:lnTo>
                    <a:pt x="39" y="1385"/>
                  </a:lnTo>
                  <a:lnTo>
                    <a:pt x="38" y="1355"/>
                  </a:lnTo>
                  <a:lnTo>
                    <a:pt x="759" y="2030"/>
                  </a:lnTo>
                  <a:close/>
                </a:path>
              </a:pathLst>
            </a:custGeom>
            <a:solidFill>
              <a:srgbClr val="FF0000"/>
            </a:solidFill>
            <a:ln w="0" cap="flat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9310" name="Picture 158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6249144" y="3717032"/>
            <a:ext cx="3168352" cy="2472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8" name="5-Point Star 187"/>
          <p:cNvSpPr/>
          <p:nvPr/>
        </p:nvSpPr>
        <p:spPr>
          <a:xfrm>
            <a:off x="8697416" y="3140968"/>
            <a:ext cx="144016" cy="144016"/>
          </a:xfrm>
          <a:prstGeom prst="star5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2480" y="692696"/>
            <a:ext cx="669674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3 -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nội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dung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.</a:t>
            </a:r>
            <a:endParaRPr lang="en-US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19931" y="2934275"/>
            <a:ext cx="1920240" cy="365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Pingauge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40632" y="2827583"/>
            <a:ext cx="2016224" cy="365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Dial Indicator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44488" y="1052734"/>
          <a:ext cx="9073009" cy="4918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9"/>
                <a:gridCol w="5040559"/>
                <a:gridCol w="2880321"/>
              </a:tblGrid>
              <a:tr h="432050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Nội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dung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Dụng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cụ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kiểm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Phương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pháp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kiểm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tra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10489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kiểm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tra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đường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kính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lỗ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Pin gauge</a:t>
                      </a:r>
                      <a:endParaRPr lang="en-US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Theo </a:t>
                      </a:r>
                      <a:r>
                        <a:rPr lang="en-US" dirty="0" err="1" smtClean="0"/>
                        <a:t>nguyên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tắc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thả</a:t>
                      </a:r>
                      <a:r>
                        <a:rPr lang="en-US" baseline="0" dirty="0" smtClean="0"/>
                        <a:t> PG</a:t>
                      </a:r>
                      <a:endParaRPr lang="en-US" dirty="0" smtClean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381735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kiểm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tra</a:t>
                      </a:r>
                      <a:r>
                        <a:rPr lang="en-US" dirty="0" smtClean="0"/>
                        <a:t> sink mark </a:t>
                      </a:r>
                      <a:r>
                        <a:rPr lang="en-US" dirty="0" err="1" smtClean="0"/>
                        <a:t>trong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lỗ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Cylinder gauge</a:t>
                      </a:r>
                    </a:p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(Bore</a:t>
                      </a:r>
                      <a:r>
                        <a:rPr lang="en-US" baseline="0" dirty="0" smtClean="0">
                          <a:solidFill>
                            <a:srgbClr val="FF0000"/>
                          </a:solidFill>
                        </a:rPr>
                        <a:t> Gages )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Xem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hướng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dẫn</a:t>
                      </a:r>
                      <a:r>
                        <a:rPr lang="en-US" baseline="0" dirty="0" smtClean="0"/>
                        <a:t> ở </a:t>
                      </a:r>
                      <a:r>
                        <a:rPr lang="en-US" baseline="0" dirty="0" err="1" smtClean="0"/>
                        <a:t>trang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sau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3584848" y="3861048"/>
            <a:ext cx="2705100" cy="2034540"/>
          </a:xfrm>
          <a:prstGeom prst="rect">
            <a:avLst/>
          </a:prstGeom>
        </p:spPr>
      </p:pic>
      <p:pic>
        <p:nvPicPr>
          <p:cNvPr id="13" name="Picture 12" descr="IMG_7465.JPG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>
          <a:xfrm>
            <a:off x="3800872" y="1556792"/>
            <a:ext cx="1152128" cy="1934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4488" y="548680"/>
            <a:ext cx="8568952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solidFill>
                  <a:srgbClr val="0000FF"/>
                </a:solidFill>
              </a:rPr>
              <a:t>4 -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sink mark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lỗ</a:t>
            </a:r>
            <a:endParaRPr lang="en-US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0" dirty="0" smtClean="0">
                <a:solidFill>
                  <a:srgbClr val="0000FF"/>
                </a:solidFill>
              </a:rPr>
              <a:t>4.1- </a:t>
            </a:r>
            <a:r>
              <a:rPr lang="en-US" b="0" dirty="0" err="1" smtClean="0">
                <a:solidFill>
                  <a:srgbClr val="0000FF"/>
                </a:solidFill>
              </a:rPr>
              <a:t>Cách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lắp</a:t>
            </a:r>
            <a:r>
              <a:rPr lang="en-US" b="0" dirty="0" smtClean="0">
                <a:solidFill>
                  <a:srgbClr val="0000FF"/>
                </a:solidFill>
              </a:rPr>
              <a:t> Bore Gages: </a:t>
            </a:r>
            <a:r>
              <a:rPr lang="en-US" b="0" dirty="0" err="1" smtClean="0">
                <a:solidFill>
                  <a:srgbClr val="0000FF"/>
                </a:solidFill>
              </a:rPr>
              <a:t>Lắp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ghép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theo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sơ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đồ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bên</a:t>
            </a:r>
            <a:r>
              <a:rPr lang="en-US" b="0" dirty="0" smtClean="0">
                <a:solidFill>
                  <a:srgbClr val="0000FF"/>
                </a:solidFill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</a:rPr>
              <a:t>dưới</a:t>
            </a:r>
            <a:endParaRPr lang="en-US" b="0" dirty="0">
              <a:solidFill>
                <a:srgbClr val="0000FF"/>
              </a:solidFill>
            </a:endParaRPr>
          </a:p>
        </p:txBody>
      </p:sp>
      <p:pic>
        <p:nvPicPr>
          <p:cNvPr id="26" name="Picture 25" descr="IMG_6086.JPG"/>
          <p:cNvPicPr>
            <a:picLocks noChangeAspect="1"/>
          </p:cNvPicPr>
          <p:nvPr/>
        </p:nvPicPr>
        <p:blipFill>
          <a:blip r:embed="rId2" cstate="print"/>
          <a:srcRect l="46898" r="36177"/>
          <a:stretch>
            <a:fillRect/>
          </a:stretch>
        </p:blipFill>
        <p:spPr>
          <a:xfrm>
            <a:off x="7617294" y="4350246"/>
            <a:ext cx="864085" cy="24688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185248" y="4005064"/>
            <a:ext cx="2016224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Bore Gages units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16496" y="1484784"/>
          <a:ext cx="4824536" cy="5260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268"/>
                <a:gridCol w="2412268"/>
              </a:tblGrid>
              <a:tr h="30548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Trước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chemeClr val="tx1"/>
                          </a:solidFill>
                        </a:rPr>
                        <a:t>khi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aseline="0" dirty="0" err="1" smtClean="0">
                          <a:solidFill>
                            <a:schemeClr val="tx1"/>
                          </a:solidFill>
                        </a:rPr>
                        <a:t>lắp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                   </a:t>
                      </a:r>
                      <a:r>
                        <a:rPr lang="en-US" sz="1400" b="0" dirty="0" smtClean="0">
                          <a:solidFill>
                            <a:srgbClr val="FF0000"/>
                          </a:solidFill>
                        </a:rPr>
                        <a:t>Before the insert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Sau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khi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dirty="0" err="1" smtClean="0">
                          <a:solidFill>
                            <a:schemeClr val="tx1"/>
                          </a:solidFill>
                        </a:rPr>
                        <a:t>lắp</a:t>
                      </a:r>
                      <a:r>
                        <a:rPr lang="en-US" sz="1400" baseline="0" dirty="0" smtClean="0">
                          <a:solidFill>
                            <a:schemeClr val="tx1"/>
                          </a:solidFill>
                        </a:rPr>
                        <a:t>                                      </a:t>
                      </a:r>
                      <a:r>
                        <a:rPr lang="en-US" sz="1400" b="0" dirty="0" smtClean="0">
                          <a:solidFill>
                            <a:srgbClr val="FF0000"/>
                          </a:solidFill>
                        </a:rPr>
                        <a:t>After</a:t>
                      </a:r>
                      <a:r>
                        <a:rPr lang="en-US" sz="1400" b="0" baseline="0" dirty="0" smtClean="0">
                          <a:solidFill>
                            <a:srgbClr val="FF0000"/>
                          </a:solidFill>
                        </a:rPr>
                        <a:t> the insert</a:t>
                      </a:r>
                      <a:endParaRPr 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85705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84839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8570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185705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5" name="Picture 44" descr="C:\Documents and Settings\07458\デスクトップ\out IMG_0621.JP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560512" y="2060848"/>
            <a:ext cx="2016224" cy="84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AutoShape 358"/>
          <p:cNvSpPr>
            <a:spLocks noChangeArrowheads="1"/>
          </p:cNvSpPr>
          <p:nvPr/>
        </p:nvSpPr>
        <p:spPr bwMode="auto">
          <a:xfrm>
            <a:off x="2695600" y="2348880"/>
            <a:ext cx="313184" cy="288032"/>
          </a:xfrm>
          <a:custGeom>
            <a:avLst/>
            <a:gdLst>
              <a:gd name="T0" fmla="*/ 153628669 w 21600"/>
              <a:gd name="T1" fmla="*/ 0 h 21600"/>
              <a:gd name="T2" fmla="*/ 0 w 21600"/>
              <a:gd name="T3" fmla="*/ 22586712 h 21600"/>
              <a:gd name="T4" fmla="*/ 153628669 w 21600"/>
              <a:gd name="T5" fmla="*/ 45173245 h 21600"/>
              <a:gd name="T6" fmla="*/ 204838141 w 21600"/>
              <a:gd name="T7" fmla="*/ 2258671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pic>
        <p:nvPicPr>
          <p:cNvPr id="47" name="Picture 46" descr="C:\Documents and Settings\07458\デスクトップ\in IMG_0622.JP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3224808" y="2060848"/>
            <a:ext cx="1944216" cy="95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Left Arrow 49"/>
          <p:cNvSpPr/>
          <p:nvPr/>
        </p:nvSpPr>
        <p:spPr>
          <a:xfrm>
            <a:off x="1496616" y="2636912"/>
            <a:ext cx="216024" cy="144016"/>
          </a:xfrm>
          <a:prstGeom prst="leftArrow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IMG_7454.JPG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>
          <a:xfrm>
            <a:off x="560512" y="3212976"/>
            <a:ext cx="1872208" cy="922097"/>
          </a:xfrm>
          <a:prstGeom prst="rect">
            <a:avLst/>
          </a:prstGeom>
        </p:spPr>
      </p:pic>
      <p:sp>
        <p:nvSpPr>
          <p:cNvPr id="15" name="Left Arrow 14"/>
          <p:cNvSpPr/>
          <p:nvPr/>
        </p:nvSpPr>
        <p:spPr>
          <a:xfrm flipH="1">
            <a:off x="1064568" y="3841967"/>
            <a:ext cx="288032" cy="216024"/>
          </a:xfrm>
          <a:prstGeom prst="leftArrow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IMG_7455.JPG"/>
          <p:cNvPicPr>
            <a:picLocks noChangeAspect="1"/>
          </p:cNvPicPr>
          <p:nvPr/>
        </p:nvPicPr>
        <p:blipFill>
          <a:blip r:embed="rId6" cstate="email"/>
          <a:srcRect/>
          <a:stretch>
            <a:fillRect/>
          </a:stretch>
        </p:blipFill>
        <p:spPr>
          <a:xfrm>
            <a:off x="3008784" y="3212976"/>
            <a:ext cx="2160240" cy="895751"/>
          </a:xfrm>
          <a:prstGeom prst="rect">
            <a:avLst/>
          </a:prstGeom>
        </p:spPr>
      </p:pic>
      <p:sp>
        <p:nvSpPr>
          <p:cNvPr id="17" name="AutoShape 358"/>
          <p:cNvSpPr>
            <a:spLocks noChangeArrowheads="1"/>
          </p:cNvSpPr>
          <p:nvPr/>
        </p:nvSpPr>
        <p:spPr bwMode="auto">
          <a:xfrm>
            <a:off x="2720752" y="3501008"/>
            <a:ext cx="288032" cy="276225"/>
          </a:xfrm>
          <a:custGeom>
            <a:avLst/>
            <a:gdLst>
              <a:gd name="T0" fmla="*/ 153628669 w 21600"/>
              <a:gd name="T1" fmla="*/ 0 h 21600"/>
              <a:gd name="T2" fmla="*/ 0 w 21600"/>
              <a:gd name="T3" fmla="*/ 22586712 h 21600"/>
              <a:gd name="T4" fmla="*/ 153628669 w 21600"/>
              <a:gd name="T5" fmla="*/ 45173245 h 21600"/>
              <a:gd name="T6" fmla="*/ 204838141 w 21600"/>
              <a:gd name="T7" fmla="*/ 2258671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pic>
        <p:nvPicPr>
          <p:cNvPr id="18" name="Picture 17" descr="IMG_7460.JPG"/>
          <p:cNvPicPr>
            <a:picLocks noChangeAspect="1"/>
          </p:cNvPicPr>
          <p:nvPr/>
        </p:nvPicPr>
        <p:blipFill>
          <a:blip r:embed="rId7" cstate="email"/>
          <a:srcRect/>
          <a:stretch>
            <a:fillRect/>
          </a:stretch>
        </p:blipFill>
        <p:spPr>
          <a:xfrm>
            <a:off x="1640632" y="4725144"/>
            <a:ext cx="1008112" cy="648072"/>
          </a:xfrm>
          <a:prstGeom prst="rect">
            <a:avLst/>
          </a:prstGeom>
        </p:spPr>
      </p:pic>
      <p:pic>
        <p:nvPicPr>
          <p:cNvPr id="30" name="Picture 29" descr="IMG_7464.JPG"/>
          <p:cNvPicPr>
            <a:picLocks noChangeAspect="1"/>
          </p:cNvPicPr>
          <p:nvPr/>
        </p:nvPicPr>
        <p:blipFill>
          <a:blip r:embed="rId8" cstate="email"/>
          <a:srcRect/>
          <a:stretch>
            <a:fillRect/>
          </a:stretch>
        </p:blipFill>
        <p:spPr>
          <a:xfrm>
            <a:off x="3152800" y="5661248"/>
            <a:ext cx="1872208" cy="720080"/>
          </a:xfrm>
          <a:prstGeom prst="rect">
            <a:avLst/>
          </a:prstGeom>
        </p:spPr>
      </p:pic>
      <p:sp>
        <p:nvSpPr>
          <p:cNvPr id="40" name="AutoShape 358"/>
          <p:cNvSpPr>
            <a:spLocks noChangeArrowheads="1"/>
          </p:cNvSpPr>
          <p:nvPr/>
        </p:nvSpPr>
        <p:spPr bwMode="auto">
          <a:xfrm>
            <a:off x="2720752" y="4880967"/>
            <a:ext cx="288032" cy="276225"/>
          </a:xfrm>
          <a:custGeom>
            <a:avLst/>
            <a:gdLst>
              <a:gd name="T0" fmla="*/ 153628669 w 21600"/>
              <a:gd name="T1" fmla="*/ 0 h 21600"/>
              <a:gd name="T2" fmla="*/ 0 w 21600"/>
              <a:gd name="T3" fmla="*/ 22586712 h 21600"/>
              <a:gd name="T4" fmla="*/ 153628669 w 21600"/>
              <a:gd name="T5" fmla="*/ 45173245 h 21600"/>
              <a:gd name="T6" fmla="*/ 204838141 w 21600"/>
              <a:gd name="T7" fmla="*/ 2258671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" name="AutoShape 358"/>
          <p:cNvSpPr>
            <a:spLocks noChangeArrowheads="1"/>
          </p:cNvSpPr>
          <p:nvPr/>
        </p:nvSpPr>
        <p:spPr bwMode="auto">
          <a:xfrm>
            <a:off x="2720752" y="5877272"/>
            <a:ext cx="288032" cy="276225"/>
          </a:xfrm>
          <a:custGeom>
            <a:avLst/>
            <a:gdLst>
              <a:gd name="T0" fmla="*/ 153628669 w 21600"/>
              <a:gd name="T1" fmla="*/ 0 h 21600"/>
              <a:gd name="T2" fmla="*/ 0 w 21600"/>
              <a:gd name="T3" fmla="*/ 22586712 h 21600"/>
              <a:gd name="T4" fmla="*/ 153628669 w 21600"/>
              <a:gd name="T5" fmla="*/ 45173245 h 21600"/>
              <a:gd name="T6" fmla="*/ 204838141 w 21600"/>
              <a:gd name="T7" fmla="*/ 2258671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" name="Oval 24"/>
          <p:cNvSpPr/>
          <p:nvPr/>
        </p:nvSpPr>
        <p:spPr>
          <a:xfrm>
            <a:off x="4808984" y="1916832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880992" y="3140968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880992" y="4293096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2216696" y="5589240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Oval 37"/>
          <p:cNvSpPr/>
          <p:nvPr/>
        </p:nvSpPr>
        <p:spPr>
          <a:xfrm>
            <a:off x="488504" y="5589240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" name="Left Arrow 38"/>
          <p:cNvSpPr/>
          <p:nvPr/>
        </p:nvSpPr>
        <p:spPr>
          <a:xfrm flipH="1">
            <a:off x="1352600" y="4869160"/>
            <a:ext cx="216024" cy="216024"/>
          </a:xfrm>
          <a:prstGeom prst="leftArrow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154" name="Picture 2" descr="D:\Users\v400156\Desktop\IMG_7902.JPG"/>
          <p:cNvPicPr>
            <a:picLocks noChangeAspect="1" noChangeArrowheads="1"/>
          </p:cNvPicPr>
          <p:nvPr/>
        </p:nvPicPr>
        <p:blipFill>
          <a:blip r:embed="rId9" cstate="email"/>
          <a:srcRect/>
          <a:stretch>
            <a:fillRect/>
          </a:stretch>
        </p:blipFill>
        <p:spPr bwMode="auto">
          <a:xfrm>
            <a:off x="5313040" y="1387857"/>
            <a:ext cx="4480560" cy="2634484"/>
          </a:xfrm>
          <a:prstGeom prst="rect">
            <a:avLst/>
          </a:prstGeom>
          <a:noFill/>
        </p:spPr>
      </p:pic>
      <p:sp>
        <p:nvSpPr>
          <p:cNvPr id="42" name="Rectangle 41"/>
          <p:cNvSpPr/>
          <p:nvPr/>
        </p:nvSpPr>
        <p:spPr>
          <a:xfrm>
            <a:off x="5313040" y="4005064"/>
            <a:ext cx="864096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Pin point 22.5mm</a:t>
            </a:r>
            <a:endParaRPr lang="en-US" sz="1200" dirty="0"/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5673080" y="3140968"/>
            <a:ext cx="720080" cy="864096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401272" y="1052736"/>
            <a:ext cx="864096" cy="274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Anvil</a:t>
            </a:r>
            <a:endParaRPr lang="en-US" sz="1200" dirty="0"/>
          </a:p>
        </p:txBody>
      </p:sp>
      <p:cxnSp>
        <p:nvCxnSpPr>
          <p:cNvPr id="51" name="Straight Arrow Connector 50"/>
          <p:cNvCxnSpPr>
            <a:stCxn id="52" idx="0"/>
          </p:cNvCxnSpPr>
          <p:nvPr/>
        </p:nvCxnSpPr>
        <p:spPr>
          <a:xfrm flipH="1" flipV="1">
            <a:off x="8913440" y="2708920"/>
            <a:ext cx="108012" cy="360040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8481392" y="3068960"/>
            <a:ext cx="1080120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Dial indicator</a:t>
            </a:r>
            <a:endParaRPr lang="en-US" sz="1200" dirty="0"/>
          </a:p>
        </p:txBody>
      </p:sp>
      <p:cxnSp>
        <p:nvCxnSpPr>
          <p:cNvPr id="53" name="Straight Arrow Connector 52"/>
          <p:cNvCxnSpPr>
            <a:stCxn id="49" idx="2"/>
          </p:cNvCxnSpPr>
          <p:nvPr/>
        </p:nvCxnSpPr>
        <p:spPr>
          <a:xfrm flipH="1">
            <a:off x="7617296" y="1327056"/>
            <a:ext cx="216024" cy="661784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329264" y="2996952"/>
            <a:ext cx="936104" cy="2880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Setting ring</a:t>
            </a:r>
            <a:endParaRPr lang="en-US" sz="1100" dirty="0"/>
          </a:p>
        </p:txBody>
      </p:sp>
      <p:cxnSp>
        <p:nvCxnSpPr>
          <p:cNvPr id="61" name="Straight Arrow Connector 60"/>
          <p:cNvCxnSpPr/>
          <p:nvPr/>
        </p:nvCxnSpPr>
        <p:spPr>
          <a:xfrm flipV="1">
            <a:off x="7689304" y="2794640"/>
            <a:ext cx="0" cy="202312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393160" y="4077072"/>
            <a:ext cx="864096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Pin point 17.5mm</a:t>
            </a:r>
            <a:endParaRPr lang="en-US" sz="1200" dirty="0"/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6825208" y="3284984"/>
            <a:ext cx="0" cy="792088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C:\Documents and Settings\07458\デスクトップ\in IMG_0622.JPG"/>
          <p:cNvPicPr>
            <a:picLocks noChangeAspect="1" noChangeArrowheads="1"/>
          </p:cNvPicPr>
          <p:nvPr/>
        </p:nvPicPr>
        <p:blipFill>
          <a:blip r:embed="rId10" cstate="email"/>
          <a:srcRect/>
          <a:stretch>
            <a:fillRect/>
          </a:stretch>
        </p:blipFill>
        <p:spPr bwMode="auto">
          <a:xfrm>
            <a:off x="488504" y="4725144"/>
            <a:ext cx="864096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8" name="Oval 57"/>
          <p:cNvSpPr/>
          <p:nvPr/>
        </p:nvSpPr>
        <p:spPr>
          <a:xfrm>
            <a:off x="776536" y="4365104"/>
            <a:ext cx="288032" cy="288032"/>
          </a:xfrm>
          <a:prstGeom prst="ellipse">
            <a:avLst/>
          </a:prstGeom>
          <a:solidFill>
            <a:srgbClr val="FFFF00"/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1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9" name="Picture 58" descr="IMG_7464.JPG"/>
          <p:cNvPicPr>
            <a:picLocks noChangeAspect="1"/>
          </p:cNvPicPr>
          <p:nvPr/>
        </p:nvPicPr>
        <p:blipFill>
          <a:blip r:embed="rId11" cstate="email"/>
          <a:srcRect/>
          <a:stretch>
            <a:fillRect/>
          </a:stretch>
        </p:blipFill>
        <p:spPr>
          <a:xfrm>
            <a:off x="3080792" y="4653136"/>
            <a:ext cx="1872208" cy="717452"/>
          </a:xfrm>
          <a:prstGeom prst="rect">
            <a:avLst/>
          </a:prstGeom>
        </p:spPr>
      </p:pic>
      <p:pic>
        <p:nvPicPr>
          <p:cNvPr id="62" name="Picture 61" descr="IMG_7464.JPG"/>
          <p:cNvPicPr>
            <a:picLocks noChangeAspect="1"/>
          </p:cNvPicPr>
          <p:nvPr/>
        </p:nvPicPr>
        <p:blipFill>
          <a:blip r:embed="rId12" cstate="email"/>
          <a:srcRect/>
          <a:stretch>
            <a:fillRect/>
          </a:stretch>
        </p:blipFill>
        <p:spPr>
          <a:xfrm>
            <a:off x="488504" y="5877272"/>
            <a:ext cx="864095" cy="504056"/>
          </a:xfrm>
          <a:prstGeom prst="rect">
            <a:avLst/>
          </a:prstGeom>
        </p:spPr>
      </p:pic>
      <p:pic>
        <p:nvPicPr>
          <p:cNvPr id="63" name="Picture 62" descr="IMG_7455.JPG"/>
          <p:cNvPicPr>
            <a:picLocks noChangeAspect="1"/>
          </p:cNvPicPr>
          <p:nvPr/>
        </p:nvPicPr>
        <p:blipFill>
          <a:blip r:embed="rId13" cstate="email"/>
          <a:srcRect/>
          <a:stretch>
            <a:fillRect/>
          </a:stretch>
        </p:blipFill>
        <p:spPr>
          <a:xfrm>
            <a:off x="1568624" y="5877272"/>
            <a:ext cx="1080120" cy="519883"/>
          </a:xfrm>
          <a:prstGeom prst="rect">
            <a:avLst/>
          </a:prstGeom>
        </p:spPr>
      </p:pic>
      <p:sp>
        <p:nvSpPr>
          <p:cNvPr id="34" name="Left Arrow 33"/>
          <p:cNvSpPr/>
          <p:nvPr/>
        </p:nvSpPr>
        <p:spPr>
          <a:xfrm rot="10800000" flipH="1">
            <a:off x="1424608" y="5949280"/>
            <a:ext cx="216024" cy="144016"/>
          </a:xfrm>
          <a:prstGeom prst="leftArrow">
            <a:avLst/>
          </a:prstGeom>
          <a:solidFill>
            <a:srgbClr val="FFFF00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/>
          <p:cNvCxnSpPr/>
          <p:nvPr/>
        </p:nvCxnSpPr>
        <p:spPr>
          <a:xfrm>
            <a:off x="3345964" y="2348880"/>
            <a:ext cx="0" cy="2880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271020" y="2348880"/>
            <a:ext cx="0" cy="28803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361204" y="2348880"/>
            <a:ext cx="936104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3584848" y="2098948"/>
            <a:ext cx="288032" cy="18288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A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2480" y="692696"/>
            <a:ext cx="669674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4.2- </a:t>
            </a:r>
            <a:r>
              <a:rPr lang="en-US" b="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Phạm</a:t>
            </a:r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vi </a:t>
            </a:r>
            <a:r>
              <a:rPr lang="en-US" b="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0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bore gage 526-160 .</a:t>
            </a:r>
            <a:endParaRPr lang="en-US" b="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472" y="1124743"/>
          <a:ext cx="9433050" cy="4219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/>
                <a:gridCol w="1224136"/>
                <a:gridCol w="576064"/>
                <a:gridCol w="1224136"/>
                <a:gridCol w="936104"/>
                <a:gridCol w="648072"/>
                <a:gridCol w="864096"/>
                <a:gridCol w="864096"/>
                <a:gridCol w="576064"/>
                <a:gridCol w="792088"/>
                <a:gridCol w="864098"/>
              </a:tblGrid>
              <a:tr h="649517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Order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no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Range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Anvil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Measuring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range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b="1" dirty="0" smtClean="0">
                          <a:solidFill>
                            <a:schemeClr val="tx1"/>
                          </a:solidFill>
                        </a:rPr>
                        <a:t>Pin</a:t>
                      </a:r>
                      <a:r>
                        <a:rPr lang="en-US" sz="1400" b="1" baseline="0" dirty="0" smtClean="0">
                          <a:solidFill>
                            <a:schemeClr val="tx1"/>
                          </a:solidFill>
                        </a:rPr>
                        <a:t> point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Setting ring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1498">
                <a:tc rowSpan="9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526-160</a:t>
                      </a:r>
                      <a:endParaRPr lang="en-US" sz="1400" b="0" dirty="0"/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1.50-4.00mm</a:t>
                      </a:r>
                      <a:endParaRPr lang="en-US" sz="1400" b="0" dirty="0"/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r>
                        <a:rPr lang="en-US" sz="1400" b="0" dirty="0" smtClean="0"/>
                        <a:t>9pcs</a:t>
                      </a: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1.75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1.50-1.90</a:t>
                      </a:r>
                      <a:endParaRPr lang="en-US" sz="1400" b="0" dirty="0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2pcs</a:t>
                      </a:r>
                      <a:endParaRPr lang="en-US" sz="14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201436</a:t>
                      </a:r>
                      <a:endParaRPr lang="en-US" sz="1400" b="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17.5mm</a:t>
                      </a:r>
                      <a:endParaRPr lang="en-US" sz="1400" b="0" dirty="0"/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9pcs</a:t>
                      </a:r>
                      <a:endParaRPr 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1.75mm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2.00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1.80-2.20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2.00mm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2.25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2.05-2.45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201437</a:t>
                      </a:r>
                      <a:endParaRPr lang="en-US" sz="1400" b="0" dirty="0"/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/>
                      <a:r>
                        <a:rPr lang="en-US" sz="1400" b="0" dirty="0" smtClean="0"/>
                        <a:t>22.5mm</a:t>
                      </a:r>
                      <a:endParaRPr lang="en-US" sz="14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2.25mm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2.50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2.25-2.75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2.50mm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2.75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2.50-3.00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14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en-US" sz="1400" b="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2.75mm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3.00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2.75-3.25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3.00mm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3.25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3.00-3.50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3.25mm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3.50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3.25-3.75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3.50mm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/>
                </a:tc>
              </a:tr>
              <a:tr h="3814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3.75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/>
                        <a:t>3.50-4.00</a:t>
                      </a:r>
                      <a:endParaRPr lang="en-US" sz="1400" b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 smtClean="0"/>
                        <a:t>3.75mm</a:t>
                      </a:r>
                    </a:p>
                    <a:p>
                      <a:pPr algn="r"/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IMG_7959.JPG"/>
          <p:cNvPicPr>
            <a:picLocks noChangeAspect="1"/>
          </p:cNvPicPr>
          <p:nvPr/>
        </p:nvPicPr>
        <p:blipFill>
          <a:blip r:embed="rId2" cstate="print"/>
          <a:srcRect l="5658" t="13816" r="5658" b="51292"/>
          <a:stretch>
            <a:fillRect/>
          </a:stretch>
        </p:blipFill>
        <p:spPr>
          <a:xfrm rot="16200000">
            <a:off x="7506570" y="3054625"/>
            <a:ext cx="3384377" cy="820760"/>
          </a:xfrm>
          <a:prstGeom prst="rect">
            <a:avLst/>
          </a:prstGeom>
        </p:spPr>
      </p:pic>
      <p:pic>
        <p:nvPicPr>
          <p:cNvPr id="8" name="Picture 7" descr="IMG_7958.JPG"/>
          <p:cNvPicPr>
            <a:picLocks noChangeAspect="1"/>
          </p:cNvPicPr>
          <p:nvPr/>
        </p:nvPicPr>
        <p:blipFill>
          <a:blip r:embed="rId3" cstate="print"/>
          <a:srcRect l="23104" t="39662" r="23831" b="44831"/>
          <a:stretch>
            <a:fillRect/>
          </a:stretch>
        </p:blipFill>
        <p:spPr>
          <a:xfrm>
            <a:off x="5714216" y="2636912"/>
            <a:ext cx="822960" cy="135284"/>
          </a:xfrm>
          <a:prstGeom prst="rect">
            <a:avLst/>
          </a:prstGeom>
        </p:spPr>
      </p:pic>
      <p:pic>
        <p:nvPicPr>
          <p:cNvPr id="9" name="Picture 8" descr="IMG_7958.JPG"/>
          <p:cNvPicPr>
            <a:picLocks noChangeAspect="1"/>
          </p:cNvPicPr>
          <p:nvPr/>
        </p:nvPicPr>
        <p:blipFill>
          <a:blip r:embed="rId4" cstate="print"/>
          <a:srcRect l="30530" t="60338" r="25128" b="24154"/>
          <a:stretch>
            <a:fillRect/>
          </a:stretch>
        </p:blipFill>
        <p:spPr>
          <a:xfrm>
            <a:off x="5673080" y="1844825"/>
            <a:ext cx="822960" cy="16189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44488" y="5517232"/>
            <a:ext cx="9289032" cy="57606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ý: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lựa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chọn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thống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Anvil, Pin point, Setting ring ở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bảng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phù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lỗ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cần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 descr="IMG_7962.JPG"/>
          <p:cNvPicPr>
            <a:picLocks noChangeAspect="1"/>
          </p:cNvPicPr>
          <p:nvPr/>
        </p:nvPicPr>
        <p:blipFill>
          <a:blip r:embed="rId5" cstate="email"/>
          <a:srcRect/>
          <a:stretch>
            <a:fillRect/>
          </a:stretch>
        </p:blipFill>
        <p:spPr>
          <a:xfrm>
            <a:off x="3374157" y="1916832"/>
            <a:ext cx="666199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/>
          <p:cNvCxnSpPr/>
          <p:nvPr/>
        </p:nvCxnSpPr>
        <p:spPr>
          <a:xfrm flipH="1" flipV="1">
            <a:off x="2873152" y="3725416"/>
            <a:ext cx="351656" cy="567680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6496" y="476672"/>
            <a:ext cx="5400600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4.3 -</a:t>
            </a:r>
            <a:r>
              <a:rPr lang="en-US" dirty="0" err="1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hiệu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chuẩn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dụng</a:t>
            </a:r>
            <a:r>
              <a:rPr lang="en-US" dirty="0" smtClean="0">
                <a:solidFill>
                  <a:srgbClr val="0000FF"/>
                </a:solidFill>
              </a:rPr>
              <a:t> </a:t>
            </a:r>
            <a:r>
              <a:rPr lang="en-US" dirty="0" err="1" smtClean="0">
                <a:solidFill>
                  <a:srgbClr val="0000FF"/>
                </a:solidFill>
              </a:rPr>
              <a:t>cụ</a:t>
            </a:r>
            <a:r>
              <a:rPr lang="en-US" dirty="0" smtClean="0">
                <a:solidFill>
                  <a:srgbClr val="0000FF"/>
                </a:solidFill>
              </a:rPr>
              <a:t> Bore Gages 526-160.</a:t>
            </a:r>
            <a:endParaRPr lang="en-US" dirty="0">
              <a:solidFill>
                <a:srgbClr val="0000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472" y="836712"/>
          <a:ext cx="9633520" cy="561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1173"/>
                <a:gridCol w="2405451"/>
                <a:gridCol w="4016896"/>
              </a:tblGrid>
              <a:tr h="360040">
                <a:tc gridSpan="3"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Lắp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dụng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cụ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và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điều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chỉnh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vạch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kim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đo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chỉ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vào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số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90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giống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như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hình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H1.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0040">
                <a:tc gridSpan="3"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Chọn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itchFamily="18" charset="0"/>
                          <a:cs typeface="Times New Roman" pitchFamily="18" charset="0"/>
                        </a:rPr>
                        <a:t>dưỡng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setting ring </a:t>
                      </a:r>
                      <a:r>
                        <a:rPr lang="en-US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phù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hợp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để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hiệu</a:t>
                      </a:r>
                      <a:r>
                        <a:rPr lang="en-US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chuẩn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76064">
                <a:tc gridSpan="3">
                  <a:txBody>
                    <a:bodyPr/>
                    <a:lstStyle/>
                    <a:p>
                      <a:r>
                        <a:rPr lang="en-US" dirty="0" smtClean="0"/>
                        <a:t>- </a:t>
                      </a:r>
                      <a:r>
                        <a:rPr lang="en-US" dirty="0" err="1" smtClean="0"/>
                        <a:t>Điều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chỉnh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đầu</a:t>
                      </a:r>
                      <a:r>
                        <a:rPr lang="en-US" baseline="0" dirty="0" smtClean="0"/>
                        <a:t> Anvil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tiếp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xúc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bề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mặt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chuẩn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setting ring </a:t>
                      </a:r>
                      <a:r>
                        <a:rPr lang="en-US" baseline="0" dirty="0" err="1" smtClean="0"/>
                        <a:t>sau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điều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chỉnh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thân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của</a:t>
                      </a:r>
                      <a:r>
                        <a:rPr lang="en-US" baseline="0" dirty="0" smtClean="0"/>
                        <a:t> bore gages 526-160 </a:t>
                      </a:r>
                      <a:r>
                        <a:rPr lang="en-US" baseline="0" dirty="0" err="1" smtClean="0"/>
                        <a:t>văn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ngược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chiều</a:t>
                      </a:r>
                      <a:r>
                        <a:rPr lang="en-US" baseline="0" dirty="0" smtClean="0"/>
                        <a:t> kim </a:t>
                      </a:r>
                      <a:r>
                        <a:rPr lang="en-US" baseline="0" dirty="0" err="1" smtClean="0"/>
                        <a:t>đồng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hồ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vạch</a:t>
                      </a:r>
                      <a:r>
                        <a:rPr lang="en-US" baseline="0" dirty="0" smtClean="0"/>
                        <a:t> kim </a:t>
                      </a:r>
                      <a:r>
                        <a:rPr lang="en-US" baseline="0" dirty="0" err="1" smtClean="0"/>
                        <a:t>đo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chỉ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vào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số</a:t>
                      </a:r>
                      <a:r>
                        <a:rPr lang="en-US" baseline="0" dirty="0" smtClean="0"/>
                        <a:t> 0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H2.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86328">
                <a:tc gridSpan="3">
                  <a:txBody>
                    <a:bodyPr/>
                    <a:lstStyle/>
                    <a:p>
                      <a:pPr>
                        <a:buFontTx/>
                        <a:buChar char="-"/>
                      </a:pPr>
                      <a:r>
                        <a:rPr lang="en-US" smtClean="0"/>
                        <a:t> Lưu</a:t>
                      </a:r>
                      <a:r>
                        <a:rPr lang="en-US" baseline="0" dirty="0" smtClean="0"/>
                        <a:t> ý: </a:t>
                      </a:r>
                      <a:r>
                        <a:rPr lang="en-US" baseline="0" dirty="0" err="1" smtClean="0"/>
                        <a:t>khi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đường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kính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cần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chọn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setting ring, Pin point, Anvil </a:t>
                      </a:r>
                      <a:r>
                        <a:rPr lang="en-US" baseline="0" dirty="0" err="1" smtClean="0"/>
                        <a:t>phù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hợp</a:t>
                      </a:r>
                      <a:r>
                        <a:rPr lang="en-US" baseline="0" dirty="0" smtClean="0"/>
                        <a:t>.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n-US" baseline="0" dirty="0" smtClean="0"/>
                        <a:t>         </a:t>
                      </a:r>
                      <a:r>
                        <a:rPr lang="en-US" baseline="0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self tapping  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3.5(0,-0.03) </a:t>
                      </a:r>
                      <a:r>
                        <a:rPr lang="en-US" baseline="0" dirty="0" err="1" smtClean="0"/>
                        <a:t>thì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phải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chọn</a:t>
                      </a:r>
                      <a:r>
                        <a:rPr lang="en-US" baseline="0" dirty="0" smtClean="0"/>
                        <a:t>: </a:t>
                      </a:r>
                    </a:p>
                    <a:p>
                      <a:pPr>
                        <a:buFontTx/>
                        <a:buNone/>
                      </a:pPr>
                      <a:r>
                        <a:rPr lang="en-US" baseline="0" dirty="0" smtClean="0"/>
                        <a:t>Setting ring 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3.501, Pin point 22.5mm, Anvil 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 </a:t>
                      </a:r>
                      <a:r>
                        <a:rPr lang="en-US" baseline="0" dirty="0" err="1" smtClean="0"/>
                        <a:t>sau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đó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tiến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hành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hiệu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chuẩn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H2.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056304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G_7961.JPG"/>
          <p:cNvPicPr>
            <a:picLocks noChangeAspect="1"/>
          </p:cNvPicPr>
          <p:nvPr/>
        </p:nvPicPr>
        <p:blipFill>
          <a:blip r:embed="rId2" cstate="email"/>
          <a:srcRect/>
          <a:stretch>
            <a:fillRect/>
          </a:stretch>
        </p:blipFill>
        <p:spPr>
          <a:xfrm>
            <a:off x="3656856" y="4552528"/>
            <a:ext cx="2026510" cy="1828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28864" y="4005064"/>
            <a:ext cx="1872208" cy="288032"/>
          </a:xfrm>
          <a:prstGeom prst="rect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dirty="0" smtClean="0"/>
              <a:t>Setting ring</a:t>
            </a:r>
            <a:endParaRPr lang="en-US" b="0" dirty="0"/>
          </a:p>
        </p:txBody>
      </p:sp>
      <p:pic>
        <p:nvPicPr>
          <p:cNvPr id="7" name="Picture 6" descr="IMG_6086.JPG"/>
          <p:cNvPicPr>
            <a:picLocks noChangeAspect="1"/>
          </p:cNvPicPr>
          <p:nvPr/>
        </p:nvPicPr>
        <p:blipFill>
          <a:blip r:embed="rId3" cstate="email"/>
          <a:srcRect/>
          <a:stretch>
            <a:fillRect/>
          </a:stretch>
        </p:blipFill>
        <p:spPr>
          <a:xfrm>
            <a:off x="560512" y="3645024"/>
            <a:ext cx="1018943" cy="2743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40632" y="3717032"/>
            <a:ext cx="1800200" cy="504056"/>
          </a:xfrm>
          <a:prstGeom prst="rect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dirty="0" err="1" smtClean="0">
                <a:solidFill>
                  <a:srgbClr val="0000FF"/>
                </a:solidFill>
              </a:rPr>
              <a:t>Xét</a:t>
            </a:r>
            <a:r>
              <a:rPr lang="en-US" sz="1400" b="0" dirty="0" smtClean="0">
                <a:solidFill>
                  <a:srgbClr val="0000FF"/>
                </a:solidFill>
              </a:rPr>
              <a:t> Kim </a:t>
            </a:r>
            <a:r>
              <a:rPr lang="en-US" sz="1400" b="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Dial</a:t>
            </a:r>
            <a:r>
              <a:rPr lang="en-US" sz="1400" b="0" dirty="0" smtClean="0">
                <a:solidFill>
                  <a:srgbClr val="0000FF"/>
                </a:solidFill>
              </a:rPr>
              <a:t> indicator </a:t>
            </a:r>
            <a:r>
              <a:rPr lang="en-US" sz="1400" b="0" dirty="0" err="1" smtClean="0">
                <a:solidFill>
                  <a:srgbClr val="0000FF"/>
                </a:solidFill>
              </a:rPr>
              <a:t>chỉ</a:t>
            </a:r>
            <a:r>
              <a:rPr lang="en-US" sz="1400" b="0" dirty="0" smtClean="0">
                <a:solidFill>
                  <a:srgbClr val="0000FF"/>
                </a:solidFill>
              </a:rPr>
              <a:t> “ 90 “</a:t>
            </a:r>
            <a:endParaRPr lang="en-US" sz="1400" b="0" dirty="0">
              <a:solidFill>
                <a:srgbClr val="0000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40632" y="4365104"/>
            <a:ext cx="1800200" cy="288032"/>
          </a:xfrm>
          <a:prstGeom prst="rect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dirty="0" smtClean="0">
                <a:latin typeface="Times New Roman" pitchFamily="18" charset="0"/>
                <a:cs typeface="Times New Roman" pitchFamily="18" charset="0"/>
              </a:rPr>
              <a:t>Dial</a:t>
            </a:r>
            <a:r>
              <a:rPr lang="en-US" sz="1400" b="0" dirty="0" smtClean="0"/>
              <a:t> indicator</a:t>
            </a:r>
            <a:endParaRPr lang="en-US" sz="1400" b="0" dirty="0"/>
          </a:p>
        </p:txBody>
      </p:sp>
      <p:sp>
        <p:nvSpPr>
          <p:cNvPr id="10" name="Rectangle 9"/>
          <p:cNvSpPr/>
          <p:nvPr/>
        </p:nvSpPr>
        <p:spPr>
          <a:xfrm>
            <a:off x="1640632" y="5085184"/>
            <a:ext cx="1800200" cy="432048"/>
          </a:xfrm>
          <a:prstGeom prst="rect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dirty="0" smtClean="0">
                <a:latin typeface="Times New Roman" pitchFamily="18" charset="0"/>
                <a:cs typeface="Times New Roman" pitchFamily="18" charset="0"/>
              </a:rPr>
              <a:t>Bore gages 526-160</a:t>
            </a:r>
            <a:endParaRPr lang="en-US" sz="1400" b="0" dirty="0"/>
          </a:p>
        </p:txBody>
      </p:sp>
      <p:sp>
        <p:nvSpPr>
          <p:cNvPr id="11" name="Rectangle 10"/>
          <p:cNvSpPr/>
          <p:nvPr/>
        </p:nvSpPr>
        <p:spPr>
          <a:xfrm>
            <a:off x="1640632" y="6093296"/>
            <a:ext cx="1800200" cy="288032"/>
          </a:xfrm>
          <a:prstGeom prst="rect">
            <a:avLst/>
          </a:prstGeom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dirty="0" smtClean="0">
                <a:latin typeface="Times New Roman" pitchFamily="18" charset="0"/>
                <a:cs typeface="Times New Roman" pitchFamily="18" charset="0"/>
              </a:rPr>
              <a:t>Anvil</a:t>
            </a:r>
            <a:endParaRPr lang="en-US" sz="1400" b="0" dirty="0"/>
          </a:p>
        </p:txBody>
      </p:sp>
      <p:cxnSp>
        <p:nvCxnSpPr>
          <p:cNvPr id="15" name="Straight Arrow Connector 14"/>
          <p:cNvCxnSpPr>
            <a:stCxn id="9" idx="1"/>
          </p:cNvCxnSpPr>
          <p:nvPr/>
        </p:nvCxnSpPr>
        <p:spPr>
          <a:xfrm flipH="1" flipV="1">
            <a:off x="1424608" y="4365104"/>
            <a:ext cx="216024" cy="144016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1"/>
          </p:cNvCxnSpPr>
          <p:nvPr/>
        </p:nvCxnSpPr>
        <p:spPr>
          <a:xfrm flipH="1">
            <a:off x="1136576" y="5301208"/>
            <a:ext cx="504056" cy="0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1064568" y="6237312"/>
            <a:ext cx="576064" cy="0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IMG_6098.JPG"/>
          <p:cNvPicPr>
            <a:picLocks noChangeAspect="1"/>
          </p:cNvPicPr>
          <p:nvPr/>
        </p:nvPicPr>
        <p:blipFill>
          <a:blip r:embed="rId4" cstate="email"/>
          <a:srcRect/>
          <a:stretch>
            <a:fillRect/>
          </a:stretch>
        </p:blipFill>
        <p:spPr>
          <a:xfrm>
            <a:off x="5817096" y="4005064"/>
            <a:ext cx="3743333" cy="239573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889104" y="3501008"/>
            <a:ext cx="1656184" cy="504056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0" dirty="0" smtClean="0"/>
              <a:t>Kim dial indicator  </a:t>
            </a:r>
            <a:r>
              <a:rPr lang="en-US" sz="1400" b="0" dirty="0" err="1" smtClean="0"/>
              <a:t>chỉ</a:t>
            </a:r>
            <a:r>
              <a:rPr lang="en-US" sz="1400" b="0" dirty="0" smtClean="0"/>
              <a:t>  </a:t>
            </a:r>
            <a:r>
              <a:rPr lang="en-US" dirty="0" smtClean="0"/>
              <a:t>“ </a:t>
            </a:r>
            <a:r>
              <a:rPr lang="en-US" dirty="0" smtClean="0">
                <a:solidFill>
                  <a:srgbClr val="FF0000"/>
                </a:solidFill>
              </a:rPr>
              <a:t>0</a:t>
            </a:r>
            <a:r>
              <a:rPr lang="en-US" dirty="0" smtClean="0"/>
              <a:t> ”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33" idx="3"/>
            <a:endCxn id="47" idx="1"/>
          </p:cNvCxnSpPr>
          <p:nvPr/>
        </p:nvCxnSpPr>
        <p:spPr>
          <a:xfrm>
            <a:off x="7545288" y="3753036"/>
            <a:ext cx="268751" cy="376763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889104" y="6165304"/>
            <a:ext cx="576064" cy="2160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H2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200472" y="6165304"/>
            <a:ext cx="576064" cy="2160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H1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632520" y="3717032"/>
            <a:ext cx="360040" cy="36004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4" idx="6"/>
            <a:endCxn id="8" idx="1"/>
          </p:cNvCxnSpPr>
          <p:nvPr/>
        </p:nvCxnSpPr>
        <p:spPr>
          <a:xfrm>
            <a:off x="992560" y="3897052"/>
            <a:ext cx="648072" cy="72008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761312" y="4077072"/>
            <a:ext cx="360040" cy="36004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6" idx="2"/>
          </p:cNvCxnSpPr>
          <p:nvPr/>
        </p:nvCxnSpPr>
        <p:spPr>
          <a:xfrm>
            <a:off x="4664968" y="4293096"/>
            <a:ext cx="0" cy="576064"/>
          </a:xfrm>
          <a:prstGeom prst="straightConnector1">
            <a:avLst/>
          </a:prstGeom>
          <a:ln w="95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84648" y="116632"/>
            <a:ext cx="58326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Self tapping hole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2480" y="548680"/>
            <a:ext cx="6696744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đánh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giá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sink mark 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464" y="908720"/>
          <a:ext cx="9505056" cy="561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59"/>
                <a:gridCol w="4224469"/>
                <a:gridCol w="1357865"/>
                <a:gridCol w="3394663"/>
              </a:tblGrid>
              <a:tr h="365760">
                <a:tc rowSpan="2"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Stt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Nội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dung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Cách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Ghi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quả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Cách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đánh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</a:tr>
              <a:tr h="1065718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Đưa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đầu</a:t>
                      </a:r>
                      <a:r>
                        <a:rPr lang="en-US" baseline="0" dirty="0" smtClean="0"/>
                        <a:t> Anvil </a:t>
                      </a:r>
                      <a:r>
                        <a:rPr lang="en-US" baseline="0" dirty="0" err="1" smtClean="0"/>
                        <a:t>trượt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xuống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đồng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thời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xoay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nhẹ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trên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toàn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bộ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bề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mặt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linh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kiện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phát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bị</a:t>
                      </a:r>
                      <a:r>
                        <a:rPr lang="en-US" baseline="0" dirty="0" smtClean="0"/>
                        <a:t> sink mark </a:t>
                      </a:r>
                      <a:r>
                        <a:rPr lang="en-US" baseline="0" dirty="0" err="1" smtClean="0"/>
                        <a:t>tại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các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điểm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H4.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ghi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lại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theo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+mj-lt"/>
                        <a:buAutoNum type="alphaLcPeriod"/>
                      </a:pPr>
                      <a:r>
                        <a:rPr lang="en-US" dirty="0" smtClean="0"/>
                        <a:t>OK </a:t>
                      </a:r>
                      <a:r>
                        <a:rPr lang="en-US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nằm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trong</a:t>
                      </a:r>
                      <a:r>
                        <a:rPr lang="en-US" baseline="0" dirty="0" smtClean="0"/>
                        <a:t> dung </a:t>
                      </a:r>
                      <a:r>
                        <a:rPr lang="en-US" baseline="0" dirty="0" err="1" smtClean="0"/>
                        <a:t>sai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bản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vẽ</a:t>
                      </a:r>
                      <a:r>
                        <a:rPr lang="en-US" baseline="0" dirty="0" smtClean="0"/>
                        <a:t> .</a:t>
                      </a:r>
                      <a:r>
                        <a:rPr lang="en-US" baseline="0" dirty="0" err="1" smtClean="0"/>
                        <a:t>ví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dụ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3.5(0,-0.03)</a:t>
                      </a:r>
                      <a:endParaRPr lang="en-US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 algn="l">
                        <a:buFont typeface="+mj-lt"/>
                        <a:buAutoNum type="alphaLcPeriod"/>
                      </a:pP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qủa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nằm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ngoài</a:t>
                      </a:r>
                      <a:r>
                        <a:rPr lang="en-US" baseline="0" dirty="0" smtClean="0"/>
                        <a:t> dung </a:t>
                      </a:r>
                      <a:r>
                        <a:rPr lang="en-US" baseline="0" dirty="0" err="1" smtClean="0"/>
                        <a:t>sai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bản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vẽ</a:t>
                      </a:r>
                      <a:r>
                        <a:rPr lang="en-US" baseline="0" dirty="0" smtClean="0"/>
                        <a:t> .</a:t>
                      </a:r>
                      <a:endParaRPr lang="en-US" dirty="0"/>
                    </a:p>
                  </a:txBody>
                  <a:tcPr/>
                </a:tc>
              </a:tr>
              <a:tr h="1752169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Ví</a:t>
                      </a:r>
                      <a:r>
                        <a:rPr lang="en-US" baseline="0" dirty="0" smtClean="0"/>
                        <a:t> dụ1: </a:t>
                      </a:r>
                      <a:r>
                        <a:rPr lang="en-US" dirty="0" smtClean="0"/>
                        <a:t>K.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self tapping 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3.5(0,-0.03).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Dial</a:t>
                      </a:r>
                      <a:r>
                        <a:rPr lang="en-US" dirty="0" smtClean="0"/>
                        <a:t> indicator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chỉ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H3.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dirty="0" smtClean="0"/>
                        <a:t>Φ</a:t>
                      </a:r>
                      <a:r>
                        <a:rPr lang="en-US" dirty="0" smtClean="0"/>
                        <a:t> 3.58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vì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đang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bị</a:t>
                      </a:r>
                      <a:r>
                        <a:rPr lang="en-US" baseline="0" dirty="0" smtClean="0"/>
                        <a:t> sink mark </a:t>
                      </a:r>
                      <a:r>
                        <a:rPr lang="en-US" baseline="0" dirty="0" err="1" smtClean="0"/>
                        <a:t>khi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bắt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vít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gây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lỏng</a:t>
                      </a:r>
                      <a:r>
                        <a:rPr lang="en-US" baseline="0" dirty="0" smtClean="0"/>
                        <a:t> . </a:t>
                      </a:r>
                      <a:endParaRPr lang="en-US" dirty="0"/>
                    </a:p>
                  </a:txBody>
                  <a:tcPr/>
                </a:tc>
              </a:tr>
              <a:tr h="1944215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Ví</a:t>
                      </a:r>
                      <a:r>
                        <a:rPr lang="en-US" baseline="0" dirty="0" smtClean="0"/>
                        <a:t> dụ2: </a:t>
                      </a:r>
                      <a:r>
                        <a:rPr lang="en-US" dirty="0" smtClean="0"/>
                        <a:t>K. </a:t>
                      </a:r>
                      <a:r>
                        <a:rPr lang="en-US" baseline="0" dirty="0" err="1" smtClean="0"/>
                        <a:t>tra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self tapping </a:t>
                      </a:r>
                      <a:r>
                        <a:rPr lang="el-GR" baseline="0" dirty="0" smtClean="0"/>
                        <a:t>Φ</a:t>
                      </a:r>
                      <a:r>
                        <a:rPr lang="en-US" baseline="0" dirty="0" smtClean="0"/>
                        <a:t>3.5(0,-0.03).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 </a:t>
                      </a:r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Dial</a:t>
                      </a:r>
                      <a:r>
                        <a:rPr lang="en-US" dirty="0" smtClean="0"/>
                        <a:t> indicator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chỉ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giá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trị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như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hình</a:t>
                      </a:r>
                      <a:r>
                        <a:rPr lang="en-US" baseline="0" dirty="0" smtClean="0"/>
                        <a:t> H5. 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l-GR" dirty="0" smtClean="0"/>
                        <a:t>Φ</a:t>
                      </a:r>
                      <a:r>
                        <a:rPr lang="en-US" dirty="0" smtClean="0"/>
                        <a:t> 3.45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NG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vì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kết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quả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đang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thể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hiện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nhỏ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bắt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vít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sẽ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gây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vỡ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lỗ</a:t>
                      </a:r>
                      <a:r>
                        <a:rPr lang="en-US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2" descr="D:\Users\v400156\Desktop\IMG_7901.JP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152800" y="3429000"/>
            <a:ext cx="1440160" cy="1064526"/>
          </a:xfrm>
          <a:prstGeom prst="rect">
            <a:avLst/>
          </a:prstGeom>
          <a:noFill/>
        </p:spPr>
      </p:pic>
      <p:pic>
        <p:nvPicPr>
          <p:cNvPr id="6" name="Picture 5" descr="C:\Documents and Settings\07458\デスクトップ\RC1-8266-10a.JPG"/>
          <p:cNvPicPr>
            <a:picLocks noChangeAspect="1" noChangeArrowheads="1"/>
          </p:cNvPicPr>
          <p:nvPr/>
        </p:nvPicPr>
        <p:blipFill>
          <a:blip r:embed="rId3" cstate="email">
            <a:lum bright="-13000"/>
          </a:blip>
          <a:srcRect r="-437"/>
          <a:stretch>
            <a:fillRect/>
          </a:stretch>
        </p:blipFill>
        <p:spPr bwMode="auto">
          <a:xfrm>
            <a:off x="6901428" y="3429000"/>
            <a:ext cx="1795988" cy="1097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169024" y="4005064"/>
            <a:ext cx="1296144" cy="3600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Sink mark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401272" y="3645024"/>
            <a:ext cx="432048" cy="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401272" y="3933056"/>
            <a:ext cx="432048" cy="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401272" y="4293096"/>
            <a:ext cx="432048" cy="0"/>
          </a:xfrm>
          <a:prstGeom prst="straightConnector1">
            <a:avLst/>
          </a:prstGeom>
          <a:ln w="15875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3"/>
          </p:cNvCxnSpPr>
          <p:nvPr/>
        </p:nvCxnSpPr>
        <p:spPr>
          <a:xfrm flipV="1">
            <a:off x="6465168" y="4077072"/>
            <a:ext cx="936104" cy="108012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016896" y="4293096"/>
            <a:ext cx="576064" cy="2160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H3</a:t>
            </a:r>
            <a:endParaRPr lang="en-US" dirty="0"/>
          </a:p>
        </p:txBody>
      </p:sp>
      <p:pic>
        <p:nvPicPr>
          <p:cNvPr id="25" name="Picture 24" descr="IMG_7529.JPG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2576736" y="5157192"/>
            <a:ext cx="2137700" cy="13681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09184" y="3501008"/>
            <a:ext cx="504056" cy="21602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0" dirty="0" smtClean="0">
                <a:solidFill>
                  <a:schemeClr val="tx1"/>
                </a:solidFill>
              </a:rPr>
              <a:t>Top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609184" y="3861048"/>
            <a:ext cx="504056" cy="21602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0" dirty="0" smtClean="0">
                <a:solidFill>
                  <a:schemeClr val="tx1"/>
                </a:solidFill>
              </a:rPr>
              <a:t>Center</a:t>
            </a:r>
            <a:endParaRPr lang="en-US" sz="900" b="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09184" y="4221088"/>
            <a:ext cx="504056" cy="216024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0" dirty="0" smtClean="0">
                <a:solidFill>
                  <a:schemeClr val="tx1"/>
                </a:solidFill>
              </a:rPr>
              <a:t>Bottom</a:t>
            </a:r>
            <a:endParaRPr lang="en-US" sz="800" b="0" dirty="0">
              <a:solidFill>
                <a:schemeClr val="tx1"/>
              </a:solidFill>
            </a:endParaRPr>
          </a:p>
        </p:txBody>
      </p:sp>
      <p:pic>
        <p:nvPicPr>
          <p:cNvPr id="20" name="Picture 2" descr="D:\Users\v400156\Desktop\IMG_7901.JPG"/>
          <p:cNvPicPr>
            <a:picLocks noChangeAspect="1" noChangeArrowheads="1"/>
          </p:cNvPicPr>
          <p:nvPr/>
        </p:nvPicPr>
        <p:blipFill>
          <a:blip r:embed="rId5" cstate="email"/>
          <a:srcRect/>
          <a:stretch>
            <a:fillRect/>
          </a:stretch>
        </p:blipFill>
        <p:spPr bwMode="auto">
          <a:xfrm>
            <a:off x="1424608" y="3501008"/>
            <a:ext cx="945106" cy="1080120"/>
          </a:xfrm>
          <a:prstGeom prst="rect">
            <a:avLst/>
          </a:prstGeom>
          <a:noFill/>
        </p:spPr>
      </p:pic>
      <p:sp>
        <p:nvSpPr>
          <p:cNvPr id="21" name="Oval 20"/>
          <p:cNvSpPr/>
          <p:nvPr/>
        </p:nvSpPr>
        <p:spPr>
          <a:xfrm>
            <a:off x="3224808" y="3429000"/>
            <a:ext cx="576064" cy="576064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>
            <a:stCxn id="21" idx="2"/>
          </p:cNvCxnSpPr>
          <p:nvPr/>
        </p:nvCxnSpPr>
        <p:spPr>
          <a:xfrm flipH="1">
            <a:off x="2432720" y="3717032"/>
            <a:ext cx="792088" cy="216024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7" idx="3"/>
          </p:cNvCxnSpPr>
          <p:nvPr/>
        </p:nvCxnSpPr>
        <p:spPr>
          <a:xfrm flipV="1">
            <a:off x="7113240" y="3933056"/>
            <a:ext cx="3600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113240" y="3645024"/>
            <a:ext cx="2880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7113240" y="4293096"/>
            <a:ext cx="36576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193360" y="4293096"/>
            <a:ext cx="504056" cy="2160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H4</a:t>
            </a:r>
            <a:endParaRPr lang="en-US" dirty="0"/>
          </a:p>
        </p:txBody>
      </p:sp>
      <p:sp>
        <p:nvSpPr>
          <p:cNvPr id="48" name="Rectangle 47"/>
          <p:cNvSpPr/>
          <p:nvPr/>
        </p:nvSpPr>
        <p:spPr>
          <a:xfrm>
            <a:off x="4160912" y="6309320"/>
            <a:ext cx="576064" cy="21602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H5</a:t>
            </a:r>
            <a:endParaRPr lang="en-US" dirty="0"/>
          </a:p>
        </p:txBody>
      </p:sp>
      <p:pic>
        <p:nvPicPr>
          <p:cNvPr id="49" name="Picture 48" descr="IMG_7529.JPG"/>
          <p:cNvPicPr>
            <a:picLocks noChangeAspect="1"/>
          </p:cNvPicPr>
          <p:nvPr/>
        </p:nvPicPr>
        <p:blipFill>
          <a:blip r:embed="rId6" cstate="email"/>
          <a:srcRect/>
          <a:stretch>
            <a:fillRect/>
          </a:stretch>
        </p:blipFill>
        <p:spPr>
          <a:xfrm>
            <a:off x="920552" y="5157192"/>
            <a:ext cx="1098122" cy="1368152"/>
          </a:xfrm>
          <a:prstGeom prst="rect">
            <a:avLst/>
          </a:prstGeom>
        </p:spPr>
      </p:pic>
      <p:sp>
        <p:nvSpPr>
          <p:cNvPr id="50" name="Oval 49"/>
          <p:cNvSpPr/>
          <p:nvPr/>
        </p:nvSpPr>
        <p:spPr>
          <a:xfrm>
            <a:off x="3368824" y="5229200"/>
            <a:ext cx="576064" cy="504056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</p:cNvCxnSpPr>
          <p:nvPr/>
        </p:nvCxnSpPr>
        <p:spPr>
          <a:xfrm flipH="1">
            <a:off x="2000672" y="5481228"/>
            <a:ext cx="1368152" cy="252028"/>
          </a:xfrm>
          <a:prstGeom prst="straightConnector1">
            <a:avLst/>
          </a:prstGeom>
          <a:ln w="158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43462</TotalTime>
  <Words>676</Words>
  <Application>Microsoft Office PowerPoint</Application>
  <PresentationFormat>A4 Paper (210x297 mm)</PresentationFormat>
  <Paragraphs>138</Paragraphs>
  <Slides>6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Office テーマ</vt:lpstr>
      <vt:lpstr>2_Custom Design</vt:lpstr>
      <vt:lpstr>1_Custom Design</vt:lpstr>
      <vt:lpstr>Custom Design</vt:lpstr>
      <vt:lpstr>Photo Editor Photo</vt:lpstr>
      <vt:lpstr>Slide 1</vt:lpstr>
      <vt:lpstr>Slide 2</vt:lpstr>
      <vt:lpstr>Slide 3</vt:lpstr>
      <vt:lpstr>Slide 4</vt:lpstr>
      <vt:lpstr>Slide 5</vt:lpstr>
      <vt:lpstr>Slide 6</vt:lpstr>
    </vt:vector>
  </TitlesOfParts>
  <Company>Canon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表紙タイトル</dc:title>
  <dc:creator>Canon</dc:creator>
  <cp:lastModifiedBy>V400156</cp:lastModifiedBy>
  <cp:revision>4180</cp:revision>
  <cp:lastPrinted>1601-01-01T00:00:00Z</cp:lastPrinted>
  <dcterms:created xsi:type="dcterms:W3CDTF">2005-05-19T07:19:35Z</dcterms:created>
  <dcterms:modified xsi:type="dcterms:W3CDTF">2014-12-19T10:02:38Z</dcterms:modified>
</cp:coreProperties>
</file>